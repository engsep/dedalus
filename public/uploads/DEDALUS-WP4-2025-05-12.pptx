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92" r:id="rId5"/>
    <p:sldId id="2147471305" r:id="rId6"/>
    <p:sldId id="2147471349" r:id="rId7"/>
    <p:sldId id="2147471348" r:id="rId8"/>
    <p:sldId id="2147471347" r:id="rId9"/>
    <p:sldId id="321" r:id="rId10"/>
    <p:sldId id="2147471328" r:id="rId11"/>
    <p:sldId id="2147471329" r:id="rId12"/>
    <p:sldId id="2147471330" r:id="rId13"/>
    <p:sldId id="2147471331" r:id="rId14"/>
    <p:sldId id="2147471346" r:id="rId15"/>
    <p:sldId id="2147471333" r:id="rId16"/>
    <p:sldId id="2147471334" r:id="rId17"/>
    <p:sldId id="2147471335" r:id="rId18"/>
    <p:sldId id="2147471336" r:id="rId19"/>
    <p:sldId id="2147471337" r:id="rId20"/>
    <p:sldId id="2147471338" r:id="rId21"/>
    <p:sldId id="2147471339" r:id="rId22"/>
    <p:sldId id="2147471340" r:id="rId23"/>
    <p:sldId id="2147471341" r:id="rId24"/>
    <p:sldId id="2147471342" r:id="rId25"/>
    <p:sldId id="2147471343" r:id="rId26"/>
    <p:sldId id="2147471344" r:id="rId27"/>
    <p:sldId id="2147471345" r:id="rId28"/>
    <p:sldId id="289" r:id="rId29"/>
    <p:sldId id="2147471299" r:id="rId30"/>
    <p:sldId id="2147471300" r:id="rId31"/>
    <p:sldId id="2147471321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953F3"/>
    <a:srgbClr val="FFBE00"/>
    <a:srgbClr val="61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355AD-CC74-9218-F616-B8FC2CCC8C17}" v="197" dt="2025-05-12T07:47:06.430"/>
    <p1510:client id="{5C97D7EB-949F-24E0-36C6-400EB8C9FFD1}" v="6" dt="2025-05-12T06:19:03.820"/>
    <p1510:client id="{96905BFE-A44A-FA08-61AC-43F8A6130B21}" v="100" dt="2025-05-12T08:13:03.065"/>
    <p1510:client id="{B4E34300-239E-4A95-B863-C9CEBB64F213}" v="37" dt="2025-05-12T07:49:32.946"/>
    <p1510:client id="{D449BF8D-B9A3-A85F-576F-C3183D280617}" v="24" dt="2025-05-12T07:19:31.882"/>
    <p1510:client id="{ED2898F1-3390-8EA1-2C51-DCAF532D89F4}" v="5" dt="2025-05-12T07:46:12.056"/>
    <p1510:client id="{EE6148E8-1DB1-4928-BBB9-57859F966645}" v="184" dt="2025-05-12T09:16:19.879"/>
    <p1510:client id="{F2DF5C56-985D-B179-8DFD-B75836979023}" v="106" dt="2025-05-12T06:52:52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Stile con tema 1 - Color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Stile medio 1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nis" userId="S::giannis_mydomx.eu#ext#@engit.onmicrosoft.com::fb8f4eca-263f-40d2-8d93-0454b04ed96e" providerId="AD" clId="Web-{6AE1870A-E4F4-8296-EC9B-EA8AA7E327DB}"/>
    <pc:docChg chg="modSld">
      <pc:chgData name="giannis" userId="S::giannis_mydomx.eu#ext#@engit.onmicrosoft.com::fb8f4eca-263f-40d2-8d93-0454b04ed96e" providerId="AD" clId="Web-{6AE1870A-E4F4-8296-EC9B-EA8AA7E327DB}" dt="2025-01-13T15:26:02.485" v="13" actId="20577"/>
      <pc:docMkLst>
        <pc:docMk/>
      </pc:docMkLst>
      <pc:sldChg chg="modSp">
        <pc:chgData name="giannis" userId="S::giannis_mydomx.eu#ext#@engit.onmicrosoft.com::fb8f4eca-263f-40d2-8d93-0454b04ed96e" providerId="AD" clId="Web-{6AE1870A-E4F4-8296-EC9B-EA8AA7E327DB}" dt="2025-01-13T15:26:02.485" v="13" actId="20577"/>
        <pc:sldMkLst>
          <pc:docMk/>
          <pc:sldMk cId="258124861" sldId="298"/>
        </pc:sldMkLst>
      </pc:sldChg>
      <pc:sldChg chg="modSp">
        <pc:chgData name="giannis" userId="S::giannis_mydomx.eu#ext#@engit.onmicrosoft.com::fb8f4eca-263f-40d2-8d93-0454b04ed96e" providerId="AD" clId="Web-{6AE1870A-E4F4-8296-EC9B-EA8AA7E327DB}" dt="2025-01-13T15:25:02.655" v="8" actId="20577"/>
        <pc:sldMkLst>
          <pc:docMk/>
          <pc:sldMk cId="417597421" sldId="309"/>
        </pc:sldMkLst>
      </pc:sldChg>
    </pc:docChg>
  </pc:docChgLst>
  <pc:docChgLst>
    <pc:chgData name="Alessandro Rossi" userId="S::alessandro.rossi@eng.it::9b5cfb7c-2a9d-4075-b409-735b6d606b81" providerId="AD" clId="Web-{1B9E78C4-9C2E-473A-5412-B61D07EF4626}"/>
    <pc:docChg chg="modSld">
      <pc:chgData name="Alessandro Rossi" userId="S::alessandro.rossi@eng.it::9b5cfb7c-2a9d-4075-b409-735b6d606b81" providerId="AD" clId="Web-{1B9E78C4-9C2E-473A-5412-B61D07EF4626}" dt="2025-05-10T00:42:58.184" v="4"/>
      <pc:docMkLst>
        <pc:docMk/>
      </pc:docMkLst>
      <pc:sldChg chg="modSp">
        <pc:chgData name="Alessandro Rossi" userId="S::alessandro.rossi@eng.it::9b5cfb7c-2a9d-4075-b409-735b6d606b81" providerId="AD" clId="Web-{1B9E78C4-9C2E-473A-5412-B61D07EF4626}" dt="2025-05-10T00:42:41.605" v="2" actId="20577"/>
        <pc:sldMkLst>
          <pc:docMk/>
          <pc:sldMk cId="417392188" sldId="292"/>
        </pc:sldMkLst>
        <pc:spChg chg="mod">
          <ac:chgData name="Alessandro Rossi" userId="S::alessandro.rossi@eng.it::9b5cfb7c-2a9d-4075-b409-735b6d606b81" providerId="AD" clId="Web-{1B9E78C4-9C2E-473A-5412-B61D07EF4626}" dt="2025-05-10T00:42:41.605" v="2" actId="20577"/>
          <ac:spMkLst>
            <pc:docMk/>
            <pc:sldMk cId="417392188" sldId="292"/>
            <ac:spMk id="3" creationId="{FC6B1058-EA5C-FDBC-A0CE-F108F654349A}"/>
          </ac:spMkLst>
        </pc:spChg>
      </pc:sldChg>
      <pc:sldChg chg="addSp delSp modSp">
        <pc:chgData name="Alessandro Rossi" userId="S::alessandro.rossi@eng.it::9b5cfb7c-2a9d-4075-b409-735b6d606b81" providerId="AD" clId="Web-{1B9E78C4-9C2E-473A-5412-B61D07EF4626}" dt="2025-05-10T00:42:58.184" v="4"/>
        <pc:sldMkLst>
          <pc:docMk/>
          <pc:sldMk cId="1329479498" sldId="2147471348"/>
        </pc:sldMkLst>
        <pc:graphicFrameChg chg="add del mod">
          <ac:chgData name="Alessandro Rossi" userId="S::alessandro.rossi@eng.it::9b5cfb7c-2a9d-4075-b409-735b6d606b81" providerId="AD" clId="Web-{1B9E78C4-9C2E-473A-5412-B61D07EF4626}" dt="2025-05-10T00:42:58.184" v="4"/>
          <ac:graphicFrameMkLst>
            <pc:docMk/>
            <pc:sldMk cId="1329479498" sldId="2147471348"/>
            <ac:graphicFrameMk id="6" creationId="{244B604C-B6FC-E2B0-B857-52ECF240BD39}"/>
          </ac:graphicFrameMkLst>
        </pc:graphicFrameChg>
      </pc:sldChg>
    </pc:docChg>
  </pc:docChgLst>
  <pc:docChgLst>
    <pc:chgData name="Andrija Goranović" userId="S::andrija.goranovic_ourpower.coop#ext#@engit.onmicrosoft.com::1c1d981b-2427-4681-a8dd-19f948964212" providerId="AD" clId="Web-{D3C31376-9F25-FD3B-F919-5B489E2FB038}"/>
    <pc:docChg chg="modSld">
      <pc:chgData name="Andrija Goranović" userId="S::andrija.goranovic_ourpower.coop#ext#@engit.onmicrosoft.com::1c1d981b-2427-4681-a8dd-19f948964212" providerId="AD" clId="Web-{D3C31376-9F25-FD3B-F919-5B489E2FB038}" dt="2025-05-09T07:30:36.172" v="289" actId="20577"/>
      <pc:docMkLst>
        <pc:docMk/>
      </pc:docMkLst>
      <pc:sldChg chg="modSp">
        <pc:chgData name="Andrija Goranović" userId="S::andrija.goranovic_ourpower.coop#ext#@engit.onmicrosoft.com::1c1d981b-2427-4681-a8dd-19f948964212" providerId="AD" clId="Web-{D3C31376-9F25-FD3B-F919-5B489E2FB038}" dt="2025-05-09T07:27:46.379" v="157" actId="20577"/>
        <pc:sldMkLst>
          <pc:docMk/>
          <pc:sldMk cId="3828662950" sldId="2147471338"/>
        </pc:sldMkLst>
        <pc:spChg chg="mod">
          <ac:chgData name="Andrija Goranović" userId="S::andrija.goranovic_ourpower.coop#ext#@engit.onmicrosoft.com::1c1d981b-2427-4681-a8dd-19f948964212" providerId="AD" clId="Web-{D3C31376-9F25-FD3B-F919-5B489E2FB038}" dt="2025-05-09T07:27:46.379" v="157" actId="20577"/>
          <ac:spMkLst>
            <pc:docMk/>
            <pc:sldMk cId="3828662950" sldId="2147471338"/>
            <ac:spMk id="3" creationId="{DBE0E799-F6BD-67A0-0F73-F8D797574962}"/>
          </ac:spMkLst>
        </pc:spChg>
      </pc:sldChg>
      <pc:sldChg chg="modSp">
        <pc:chgData name="Andrija Goranović" userId="S::andrija.goranovic_ourpower.coop#ext#@engit.onmicrosoft.com::1c1d981b-2427-4681-a8dd-19f948964212" providerId="AD" clId="Web-{D3C31376-9F25-FD3B-F919-5B489E2FB038}" dt="2025-05-09T07:30:36.172" v="289" actId="20577"/>
        <pc:sldMkLst>
          <pc:docMk/>
          <pc:sldMk cId="4253970958" sldId="2147471343"/>
        </pc:sldMkLst>
        <pc:spChg chg="mod">
          <ac:chgData name="Andrija Goranović" userId="S::andrija.goranovic_ourpower.coop#ext#@engit.onmicrosoft.com::1c1d981b-2427-4681-a8dd-19f948964212" providerId="AD" clId="Web-{D3C31376-9F25-FD3B-F919-5B489E2FB038}" dt="2025-05-09T07:30:36.172" v="289" actId="20577"/>
          <ac:spMkLst>
            <pc:docMk/>
            <pc:sldMk cId="4253970958" sldId="2147471343"/>
            <ac:spMk id="3" creationId="{259CB16F-C1AE-F6EA-5A6E-F4EE523A16C9}"/>
          </ac:spMkLst>
        </pc:spChg>
      </pc:sldChg>
    </pc:docChg>
  </pc:docChgLst>
  <pc:docChgLst>
    <pc:chgData name="Luca Vitale" userId="S::luca.vitale@eng.it::33d0d086-8ea6-4510-b5fe-c8d156368f9b" providerId="AD" clId="Web-{F66FCA28-E30A-FA07-1416-EF6DBA801514}"/>
    <pc:docChg chg="modSld">
      <pc:chgData name="Luca Vitale" userId="S::luca.vitale@eng.it::33d0d086-8ea6-4510-b5fe-c8d156368f9b" providerId="AD" clId="Web-{F66FCA28-E30A-FA07-1416-EF6DBA801514}" dt="2025-02-04T15:27:50.915" v="26" actId="20577"/>
      <pc:docMkLst>
        <pc:docMk/>
      </pc:docMkLst>
      <pc:sldChg chg="modSp">
        <pc:chgData name="Luca Vitale" userId="S::luca.vitale@eng.it::33d0d086-8ea6-4510-b5fe-c8d156368f9b" providerId="AD" clId="Web-{F66FCA28-E30A-FA07-1416-EF6DBA801514}" dt="2025-02-04T15:27:50.915" v="26" actId="20577"/>
        <pc:sldMkLst>
          <pc:docMk/>
          <pc:sldMk cId="3981174597" sldId="321"/>
        </pc:sldMkLst>
      </pc:sldChg>
    </pc:docChg>
  </pc:docChgLst>
  <pc:docChgLst>
    <pc:chgData name="Alessandro Rossi" userId="S::alessandro.rossi@eng.it::9b5cfb7c-2a9d-4075-b409-735b6d606b81" providerId="AD" clId="Web-{688882CE-9A3E-165F-21A8-852C566BFDEB}"/>
    <pc:docChg chg="addSld delSld modSld">
      <pc:chgData name="Alessandro Rossi" userId="S::alessandro.rossi@eng.it::9b5cfb7c-2a9d-4075-b409-735b6d606b81" providerId="AD" clId="Web-{688882CE-9A3E-165F-21A8-852C566BFDEB}" dt="2025-05-06T10:32:10.515" v="162" actId="20577"/>
      <pc:docMkLst>
        <pc:docMk/>
      </pc:docMkLst>
      <pc:sldChg chg="del">
        <pc:chgData name="Alessandro Rossi" userId="S::alessandro.rossi@eng.it::9b5cfb7c-2a9d-4075-b409-735b6d606b81" providerId="AD" clId="Web-{688882CE-9A3E-165F-21A8-852C566BFDEB}" dt="2025-05-06T10:18:36.615" v="65"/>
        <pc:sldMkLst>
          <pc:docMk/>
          <pc:sldMk cId="1738173966" sldId="294"/>
        </pc:sldMkLst>
      </pc:sldChg>
      <pc:sldChg chg="del">
        <pc:chgData name="Alessandro Rossi" userId="S::alessandro.rossi@eng.it::9b5cfb7c-2a9d-4075-b409-735b6d606b81" providerId="AD" clId="Web-{688882CE-9A3E-165F-21A8-852C566BFDEB}" dt="2025-05-06T10:18:36.615" v="67"/>
        <pc:sldMkLst>
          <pc:docMk/>
          <pc:sldMk cId="1527148541" sldId="296"/>
        </pc:sldMkLst>
      </pc:sldChg>
      <pc:sldChg chg="del">
        <pc:chgData name="Alessandro Rossi" userId="S::alessandro.rossi@eng.it::9b5cfb7c-2a9d-4075-b409-735b6d606b81" providerId="AD" clId="Web-{688882CE-9A3E-165F-21A8-852C566BFDEB}" dt="2025-05-06T10:18:36.615" v="66"/>
        <pc:sldMkLst>
          <pc:docMk/>
          <pc:sldMk cId="3462055083" sldId="297"/>
        </pc:sldMkLst>
      </pc:sldChg>
      <pc:sldChg chg="addSp delSp modSp">
        <pc:chgData name="Alessandro Rossi" userId="S::alessandro.rossi@eng.it::9b5cfb7c-2a9d-4075-b409-735b6d606b81" providerId="AD" clId="Web-{688882CE-9A3E-165F-21A8-852C566BFDEB}" dt="2025-05-06T10:27:32.887" v="150" actId="20577"/>
        <pc:sldMkLst>
          <pc:docMk/>
          <pc:sldMk cId="3034473941" sldId="304"/>
        </pc:sldMkLst>
      </pc:sldChg>
      <pc:sldChg chg="addSp">
        <pc:chgData name="Alessandro Rossi" userId="S::alessandro.rossi@eng.it::9b5cfb7c-2a9d-4075-b409-735b6d606b81" providerId="AD" clId="Web-{688882CE-9A3E-165F-21A8-852C566BFDEB}" dt="2025-05-06T10:20:10.606" v="81"/>
        <pc:sldMkLst>
          <pc:docMk/>
          <pc:sldMk cId="3981174597" sldId="321"/>
        </pc:sldMkLst>
      </pc:sldChg>
      <pc:sldChg chg="del">
        <pc:chgData name="Alessandro Rossi" userId="S::alessandro.rossi@eng.it::9b5cfb7c-2a9d-4075-b409-735b6d606b81" providerId="AD" clId="Web-{688882CE-9A3E-165F-21A8-852C566BFDEB}" dt="2025-05-06T10:21:13.532" v="99"/>
        <pc:sldMkLst>
          <pc:docMk/>
          <pc:sldMk cId="1532201325" sldId="330"/>
        </pc:sldMkLst>
      </pc:sldChg>
      <pc:sldChg chg="del">
        <pc:chgData name="Alessandro Rossi" userId="S::alessandro.rossi@eng.it::9b5cfb7c-2a9d-4075-b409-735b6d606b81" providerId="AD" clId="Web-{688882CE-9A3E-165F-21A8-852C566BFDEB}" dt="2025-05-06T10:21:13.532" v="98"/>
        <pc:sldMkLst>
          <pc:docMk/>
          <pc:sldMk cId="4276441079" sldId="331"/>
        </pc:sldMkLst>
      </pc:sldChg>
      <pc:sldChg chg="addSp delSp modSp del">
        <pc:chgData name="Alessandro Rossi" userId="S::alessandro.rossi@eng.it::9b5cfb7c-2a9d-4075-b409-735b6d606b81" providerId="AD" clId="Web-{688882CE-9A3E-165F-21A8-852C566BFDEB}" dt="2025-05-06T10:25:18.940" v="137"/>
        <pc:sldMkLst>
          <pc:docMk/>
          <pc:sldMk cId="684147392" sldId="334"/>
        </pc:sldMkLst>
      </pc:sldChg>
      <pc:sldChg chg="addSp modSp">
        <pc:chgData name="Alessandro Rossi" userId="S::alessandro.rossi@eng.it::9b5cfb7c-2a9d-4075-b409-735b6d606b81" providerId="AD" clId="Web-{688882CE-9A3E-165F-21A8-852C566BFDEB}" dt="2025-05-06T10:20:03.481" v="79" actId="1076"/>
        <pc:sldMkLst>
          <pc:docMk/>
          <pc:sldMk cId="3224045048" sldId="336"/>
        </pc:sldMkLst>
      </pc:sldChg>
      <pc:sldChg chg="modSp">
        <pc:chgData name="Alessandro Rossi" userId="S::alessandro.rossi@eng.it::9b5cfb7c-2a9d-4075-b409-735b6d606b81" providerId="AD" clId="Web-{688882CE-9A3E-165F-21A8-852C566BFDEB}" dt="2025-05-06T10:26:31.320" v="140" actId="20577"/>
        <pc:sldMkLst>
          <pc:docMk/>
          <pc:sldMk cId="829074869" sldId="341"/>
        </pc:sldMkLst>
      </pc:sldChg>
      <pc:sldChg chg="del">
        <pc:chgData name="Alessandro Rossi" userId="S::alessandro.rossi@eng.it::9b5cfb7c-2a9d-4075-b409-735b6d606b81" providerId="AD" clId="Web-{688882CE-9A3E-165F-21A8-852C566BFDEB}" dt="2025-05-06T10:24:09.107" v="127"/>
        <pc:sldMkLst>
          <pc:docMk/>
          <pc:sldMk cId="3201004205" sldId="345"/>
        </pc:sldMkLst>
      </pc:sldChg>
      <pc:sldChg chg="del">
        <pc:chgData name="Alessandro Rossi" userId="S::alessandro.rossi@eng.it::9b5cfb7c-2a9d-4075-b409-735b6d606b81" providerId="AD" clId="Web-{688882CE-9A3E-165F-21A8-852C566BFDEB}" dt="2025-05-06T10:24:12.170" v="128"/>
        <pc:sldMkLst>
          <pc:docMk/>
          <pc:sldMk cId="2032477178" sldId="346"/>
        </pc:sldMkLst>
      </pc:sldChg>
      <pc:sldChg chg="del">
        <pc:chgData name="Alessandro Rossi" userId="S::alessandro.rossi@eng.it::9b5cfb7c-2a9d-4075-b409-735b6d606b81" providerId="AD" clId="Web-{688882CE-9A3E-165F-21A8-852C566BFDEB}" dt="2025-05-06T10:18:36.615" v="68"/>
        <pc:sldMkLst>
          <pc:docMk/>
          <pc:sldMk cId="4055384305" sldId="348"/>
        </pc:sldMkLst>
      </pc:sldChg>
      <pc:sldChg chg="addSp delSp">
        <pc:chgData name="Alessandro Rossi" userId="S::alessandro.rossi@eng.it::9b5cfb7c-2a9d-4075-b409-735b6d606b81" providerId="AD" clId="Web-{688882CE-9A3E-165F-21A8-852C566BFDEB}" dt="2025-05-06T10:24:48.797" v="132"/>
        <pc:sldMkLst>
          <pc:docMk/>
          <pc:sldMk cId="1942889128" sldId="2147471299"/>
        </pc:sldMkLst>
      </pc:sldChg>
      <pc:sldChg chg="addSp delSp">
        <pc:chgData name="Alessandro Rossi" userId="S::alessandro.rossi@eng.it::9b5cfb7c-2a9d-4075-b409-735b6d606b81" providerId="AD" clId="Web-{688882CE-9A3E-165F-21A8-852C566BFDEB}" dt="2025-05-06T10:24:53.970" v="133"/>
        <pc:sldMkLst>
          <pc:docMk/>
          <pc:sldMk cId="2583631052" sldId="2147471300"/>
        </pc:sldMkLst>
      </pc:sldChg>
      <pc:sldChg chg="addSp">
        <pc:chgData name="Alessandro Rossi" userId="S::alessandro.rossi@eng.it::9b5cfb7c-2a9d-4075-b409-735b6d606b81" providerId="AD" clId="Web-{688882CE-9A3E-165F-21A8-852C566BFDEB}" dt="2025-05-06T10:20:08.106" v="80"/>
        <pc:sldMkLst>
          <pc:docMk/>
          <pc:sldMk cId="2007081576" sldId="2147471305"/>
        </pc:sldMkLst>
      </pc:sldChg>
      <pc:sldChg chg="addSp delSp">
        <pc:chgData name="Alessandro Rossi" userId="S::alessandro.rossi@eng.it::9b5cfb7c-2a9d-4075-b409-735b6d606b81" providerId="AD" clId="Web-{688882CE-9A3E-165F-21A8-852C566BFDEB}" dt="2025-05-06T10:24:58.611" v="134"/>
        <pc:sldMkLst>
          <pc:docMk/>
          <pc:sldMk cId="2778122539" sldId="2147471321"/>
        </pc:sldMkLst>
      </pc:sldChg>
      <pc:sldChg chg="del">
        <pc:chgData name="Alessandro Rossi" userId="S::alessandro.rossi@eng.it::9b5cfb7c-2a9d-4075-b409-735b6d606b81" providerId="AD" clId="Web-{688882CE-9A3E-165F-21A8-852C566BFDEB}" dt="2025-05-06T10:18:36.615" v="69"/>
        <pc:sldMkLst>
          <pc:docMk/>
          <pc:sldMk cId="165038680" sldId="2147471322"/>
        </pc:sldMkLst>
      </pc:sldChg>
      <pc:sldChg chg="del">
        <pc:chgData name="Alessandro Rossi" userId="S::alessandro.rossi@eng.it::9b5cfb7c-2a9d-4075-b409-735b6d606b81" providerId="AD" clId="Web-{688882CE-9A3E-165F-21A8-852C566BFDEB}" dt="2025-05-06T09:58:53.735" v="1"/>
        <pc:sldMkLst>
          <pc:docMk/>
          <pc:sldMk cId="1595230947" sldId="2147471323"/>
        </pc:sldMkLst>
      </pc:sldChg>
      <pc:sldChg chg="modSp add replId">
        <pc:chgData name="Alessandro Rossi" userId="S::alessandro.rossi@eng.it::9b5cfb7c-2a9d-4075-b409-735b6d606b81" providerId="AD" clId="Web-{688882CE-9A3E-165F-21A8-852C566BFDEB}" dt="2025-05-06T10:32:10.515" v="162" actId="20577"/>
        <pc:sldMkLst>
          <pc:docMk/>
          <pc:sldMk cId="2589481087" sldId="2147471324"/>
        </pc:sldMkLst>
      </pc:sldChg>
      <pc:sldChg chg="modSp add replId">
        <pc:chgData name="Alessandro Rossi" userId="S::alessandro.rossi@eng.it::9b5cfb7c-2a9d-4075-b409-735b6d606b81" providerId="AD" clId="Web-{688882CE-9A3E-165F-21A8-852C566BFDEB}" dt="2025-05-06T10:27:27.777" v="148" actId="20577"/>
        <pc:sldMkLst>
          <pc:docMk/>
          <pc:sldMk cId="297314985" sldId="2147471325"/>
        </pc:sldMkLst>
      </pc:sldChg>
      <pc:sldChg chg="add del replId">
        <pc:chgData name="Alessandro Rossi" userId="S::alessandro.rossi@eng.it::9b5cfb7c-2a9d-4075-b409-735b6d606b81" providerId="AD" clId="Web-{688882CE-9A3E-165F-21A8-852C566BFDEB}" dt="2025-05-06T10:16:00.542" v="45"/>
        <pc:sldMkLst>
          <pc:docMk/>
          <pc:sldMk cId="3628478188" sldId="2147471325"/>
        </pc:sldMkLst>
      </pc:sldChg>
      <pc:sldChg chg="add del replId">
        <pc:chgData name="Alessandro Rossi" userId="S::alessandro.rossi@eng.it::9b5cfb7c-2a9d-4075-b409-735b6d606b81" providerId="AD" clId="Web-{688882CE-9A3E-165F-21A8-852C566BFDEB}" dt="2025-05-06T10:26:49.743" v="141"/>
        <pc:sldMkLst>
          <pc:docMk/>
          <pc:sldMk cId="3720395010" sldId="2147471325"/>
        </pc:sldMkLst>
      </pc:sldChg>
      <pc:sldChg chg="modSp add replId">
        <pc:chgData name="Alessandro Rossi" userId="S::alessandro.rossi@eng.it::9b5cfb7c-2a9d-4075-b409-735b6d606b81" providerId="AD" clId="Web-{688882CE-9A3E-165F-21A8-852C566BFDEB}" dt="2025-05-06T10:31:18.184" v="157" actId="20577"/>
        <pc:sldMkLst>
          <pc:docMk/>
          <pc:sldMk cId="2793898540" sldId="2147471326"/>
        </pc:sldMkLst>
      </pc:sldChg>
      <pc:sldChg chg="modSp add replId">
        <pc:chgData name="Alessandro Rossi" userId="S::alessandro.rossi@eng.it::9b5cfb7c-2a9d-4075-b409-735b6d606b81" providerId="AD" clId="Web-{688882CE-9A3E-165F-21A8-852C566BFDEB}" dt="2025-05-06T10:31:37.060" v="160" actId="20577"/>
        <pc:sldMkLst>
          <pc:docMk/>
          <pc:sldMk cId="4079369328" sldId="2147471327"/>
        </pc:sldMkLst>
      </pc:sldChg>
    </pc:docChg>
  </pc:docChgLst>
  <pc:docChgLst>
    <pc:chgData name="Luca Vitale" userId="S::luca.vitale@eng.it::33d0d086-8ea6-4510-b5fe-c8d156368f9b" providerId="AD" clId="Web-{11B66CF0-093B-EF50-90F4-1CE0F1CA35F4}"/>
    <pc:docChg chg="delSld sldOrd">
      <pc:chgData name="Luca Vitale" userId="S::luca.vitale@eng.it::33d0d086-8ea6-4510-b5fe-c8d156368f9b" providerId="AD" clId="Web-{11B66CF0-093B-EF50-90F4-1CE0F1CA35F4}" dt="2025-02-07T15:09:44.040" v="5"/>
      <pc:docMkLst>
        <pc:docMk/>
      </pc:docMkLst>
      <pc:sldChg chg="ord">
        <pc:chgData name="Luca Vitale" userId="S::luca.vitale@eng.it::33d0d086-8ea6-4510-b5fe-c8d156368f9b" providerId="AD" clId="Web-{11B66CF0-093B-EF50-90F4-1CE0F1CA35F4}" dt="2025-02-07T15:09:44.040" v="5"/>
        <pc:sldMkLst>
          <pc:docMk/>
          <pc:sldMk cId="1969977352" sldId="320"/>
        </pc:sldMkLst>
      </pc:sldChg>
      <pc:sldChg chg="ord">
        <pc:chgData name="Luca Vitale" userId="S::luca.vitale@eng.it::33d0d086-8ea6-4510-b5fe-c8d156368f9b" providerId="AD" clId="Web-{11B66CF0-093B-EF50-90F4-1CE0F1CA35F4}" dt="2025-02-07T15:09:44.040" v="4"/>
        <pc:sldMkLst>
          <pc:docMk/>
          <pc:sldMk cId="3981174597" sldId="321"/>
        </pc:sldMkLst>
      </pc:sldChg>
      <pc:sldChg chg="del">
        <pc:chgData name="Luca Vitale" userId="S::luca.vitale@eng.it::33d0d086-8ea6-4510-b5fe-c8d156368f9b" providerId="AD" clId="Web-{11B66CF0-093B-EF50-90F4-1CE0F1CA35F4}" dt="2025-02-07T15:09:23.602" v="1"/>
        <pc:sldMkLst>
          <pc:docMk/>
          <pc:sldMk cId="2665837046" sldId="324"/>
        </pc:sldMkLst>
      </pc:sldChg>
      <pc:sldChg chg="del">
        <pc:chgData name="Luca Vitale" userId="S::luca.vitale@eng.it::33d0d086-8ea6-4510-b5fe-c8d156368f9b" providerId="AD" clId="Web-{11B66CF0-093B-EF50-90F4-1CE0F1CA35F4}" dt="2025-02-07T15:09:21.274" v="0"/>
        <pc:sldMkLst>
          <pc:docMk/>
          <pc:sldMk cId="784178051" sldId="325"/>
        </pc:sldMkLst>
      </pc:sldChg>
    </pc:docChg>
  </pc:docChgLst>
  <pc:docChgLst>
    <pc:chgData name="giannis" userId="S::giannis_mydomx.eu#ext#@engit.onmicrosoft.com::fb8f4eca-263f-40d2-8d93-0454b04ed96e" providerId="AD" clId="Web-{AB138BD5-B80F-3B52-F492-0A15882B85E5}"/>
    <pc:docChg chg="modSld">
      <pc:chgData name="giannis" userId="S::giannis_mydomx.eu#ext#@engit.onmicrosoft.com::fb8f4eca-263f-40d2-8d93-0454b04ed96e" providerId="AD" clId="Web-{AB138BD5-B80F-3B52-F492-0A15882B85E5}" dt="2025-04-25T15:24:04.309" v="515" actId="20577"/>
      <pc:docMkLst>
        <pc:docMk/>
      </pc:docMkLst>
      <pc:sldChg chg="addSp modSp">
        <pc:chgData name="giannis" userId="S::giannis_mydomx.eu#ext#@engit.onmicrosoft.com::fb8f4eca-263f-40d2-8d93-0454b04ed96e" providerId="AD" clId="Web-{AB138BD5-B80F-3B52-F492-0A15882B85E5}" dt="2025-04-25T15:24:04.309" v="515" actId="20577"/>
        <pc:sldMkLst>
          <pc:docMk/>
          <pc:sldMk cId="1738173966" sldId="294"/>
        </pc:sldMkLst>
      </pc:sldChg>
    </pc:docChg>
  </pc:docChgLst>
  <pc:docChgLst>
    <pc:chgData name="Lorenzo Cristofori" userId="S::lorenzo.cristofori@eng.it::dffa08c3-d425-4af5-be88-b2ed23a3bf6c" providerId="AD" clId="Web-{EB7C11E0-338C-368D-D406-4C5B6FE94108}"/>
    <pc:docChg chg="modSld">
      <pc:chgData name="Lorenzo Cristofori" userId="S::lorenzo.cristofori@eng.it::dffa08c3-d425-4af5-be88-b2ed23a3bf6c" providerId="AD" clId="Web-{EB7C11E0-338C-368D-D406-4C5B6FE94108}" dt="2025-02-10T08:32:55.438" v="367" actId="20577"/>
      <pc:docMkLst>
        <pc:docMk/>
      </pc:docMkLst>
      <pc:sldChg chg="modSp">
        <pc:chgData name="Lorenzo Cristofori" userId="S::lorenzo.cristofori@eng.it::dffa08c3-d425-4af5-be88-b2ed23a3bf6c" providerId="AD" clId="Web-{EB7C11E0-338C-368D-D406-4C5B6FE94108}" dt="2025-02-10T08:32:55.438" v="367" actId="20577"/>
        <pc:sldMkLst>
          <pc:docMk/>
          <pc:sldMk cId="3034473941" sldId="304"/>
        </pc:sldMkLst>
      </pc:sldChg>
      <pc:sldChg chg="modSp">
        <pc:chgData name="Lorenzo Cristofori" userId="S::lorenzo.cristofori@eng.it::dffa08c3-d425-4af5-be88-b2ed23a3bf6c" providerId="AD" clId="Web-{EB7C11E0-338C-368D-D406-4C5B6FE94108}" dt="2025-02-10T08:28:36.792" v="313" actId="20577"/>
        <pc:sldMkLst>
          <pc:docMk/>
          <pc:sldMk cId="1532201325" sldId="330"/>
        </pc:sldMkLst>
      </pc:sldChg>
      <pc:sldChg chg="modSp">
        <pc:chgData name="Lorenzo Cristofori" userId="S::lorenzo.cristofori@eng.it::dffa08c3-d425-4af5-be88-b2ed23a3bf6c" providerId="AD" clId="Web-{EB7C11E0-338C-368D-D406-4C5B6FE94108}" dt="2025-02-10T08:30:47.357" v="346" actId="20577"/>
        <pc:sldMkLst>
          <pc:docMk/>
          <pc:sldMk cId="4276441079" sldId="331"/>
        </pc:sldMkLst>
      </pc:sldChg>
    </pc:docChg>
  </pc:docChgLst>
  <pc:docChgLst>
    <pc:chgData name="Lorenzo Cristofori" userId="dffa08c3-d425-4af5-be88-b2ed23a3bf6c" providerId="ADAL" clId="{20FEDA68-57C5-4C97-872E-F2EF0A626B04}"/>
    <pc:docChg chg="modSld">
      <pc:chgData name="Lorenzo Cristofori" userId="dffa08c3-d425-4af5-be88-b2ed23a3bf6c" providerId="ADAL" clId="{20FEDA68-57C5-4C97-872E-F2EF0A626B04}" dt="2025-02-10T08:55:57.247" v="2" actId="20577"/>
      <pc:docMkLst>
        <pc:docMk/>
      </pc:docMkLst>
      <pc:sldChg chg="modSp mod">
        <pc:chgData name="Lorenzo Cristofori" userId="dffa08c3-d425-4af5-be88-b2ed23a3bf6c" providerId="ADAL" clId="{20FEDA68-57C5-4C97-872E-F2EF0A626B04}" dt="2025-02-10T08:55:57.247" v="2" actId="20577"/>
        <pc:sldMkLst>
          <pc:docMk/>
          <pc:sldMk cId="4276441079" sldId="331"/>
        </pc:sldMkLst>
      </pc:sldChg>
    </pc:docChg>
  </pc:docChgLst>
  <pc:docChgLst>
    <pc:chgData name="Lorenzo Cristofori" userId="S::lorenzo.cristofori@eng.it::dffa08c3-d425-4af5-be88-b2ed23a3bf6c" providerId="AD" clId="Web-{11FA7A9B-0F42-4029-AED8-5970AB2ACF80}"/>
    <pc:docChg chg="addSld modSld">
      <pc:chgData name="Lorenzo Cristofori" userId="S::lorenzo.cristofori@eng.it::dffa08c3-d425-4af5-be88-b2ed23a3bf6c" providerId="AD" clId="Web-{11FA7A9B-0F42-4029-AED8-5970AB2ACF80}" dt="2025-02-06T09:57:46.139" v="254" actId="20577"/>
      <pc:docMkLst>
        <pc:docMk/>
      </pc:docMkLst>
      <pc:sldChg chg="modSp">
        <pc:chgData name="Lorenzo Cristofori" userId="S::lorenzo.cristofori@eng.it::dffa08c3-d425-4af5-be88-b2ed23a3bf6c" providerId="AD" clId="Web-{11FA7A9B-0F42-4029-AED8-5970AB2ACF80}" dt="2025-02-06T09:56:01.495" v="234" actId="20577"/>
        <pc:sldMkLst>
          <pc:docMk/>
          <pc:sldMk cId="3034473941" sldId="304"/>
        </pc:sldMkLst>
      </pc:sldChg>
      <pc:sldChg chg="modSp add replId">
        <pc:chgData name="Lorenzo Cristofori" userId="S::lorenzo.cristofori@eng.it::dffa08c3-d425-4af5-be88-b2ed23a3bf6c" providerId="AD" clId="Web-{11FA7A9B-0F42-4029-AED8-5970AB2ACF80}" dt="2025-02-06T09:55:57.510" v="233" actId="20577"/>
        <pc:sldMkLst>
          <pc:docMk/>
          <pc:sldMk cId="1532201325" sldId="330"/>
        </pc:sldMkLst>
      </pc:sldChg>
      <pc:sldChg chg="modSp add replId">
        <pc:chgData name="Lorenzo Cristofori" userId="S::lorenzo.cristofori@eng.it::dffa08c3-d425-4af5-be88-b2ed23a3bf6c" providerId="AD" clId="Web-{11FA7A9B-0F42-4029-AED8-5970AB2ACF80}" dt="2025-02-06T09:57:46.139" v="254" actId="20577"/>
        <pc:sldMkLst>
          <pc:docMk/>
          <pc:sldMk cId="4276441079" sldId="331"/>
        </pc:sldMkLst>
      </pc:sldChg>
    </pc:docChg>
  </pc:docChgLst>
  <pc:docChgLst>
    <pc:chgData name="Luca Vitale" userId="S::luca.vitale@eng.it::33d0d086-8ea6-4510-b5fe-c8d156368f9b" providerId="AD" clId="Web-{D5C71CCF-C472-A667-DDD7-037928467CB0}"/>
    <pc:docChg chg="delSld modSld">
      <pc:chgData name="Luca Vitale" userId="S::luca.vitale@eng.it::33d0d086-8ea6-4510-b5fe-c8d156368f9b" providerId="AD" clId="Web-{D5C71CCF-C472-A667-DDD7-037928467CB0}" dt="2025-01-31T10:50:49.298" v="16"/>
      <pc:docMkLst>
        <pc:docMk/>
      </pc:docMkLst>
      <pc:sldChg chg="modSp">
        <pc:chgData name="Luca Vitale" userId="S::luca.vitale@eng.it::33d0d086-8ea6-4510-b5fe-c8d156368f9b" providerId="AD" clId="Web-{D5C71CCF-C472-A667-DDD7-037928467CB0}" dt="2025-01-31T10:50:01.858" v="5" actId="20577"/>
        <pc:sldMkLst>
          <pc:docMk/>
          <pc:sldMk cId="1468833486" sldId="260"/>
        </pc:sldMkLst>
      </pc:sldChg>
      <pc:sldChg chg="modSp">
        <pc:chgData name="Luca Vitale" userId="S::luca.vitale@eng.it::33d0d086-8ea6-4510-b5fe-c8d156368f9b" providerId="AD" clId="Web-{D5C71CCF-C472-A667-DDD7-037928467CB0}" dt="2025-01-31T10:50:32.719" v="14" actId="20577"/>
        <pc:sldMkLst>
          <pc:docMk/>
          <pc:sldMk cId="417392188" sldId="292"/>
        </pc:sldMkLst>
      </pc:sldChg>
      <pc:sldChg chg="del">
        <pc:chgData name="Luca Vitale" userId="S::luca.vitale@eng.it::33d0d086-8ea6-4510-b5fe-c8d156368f9b" providerId="AD" clId="Web-{D5C71CCF-C472-A667-DDD7-037928467CB0}" dt="2025-01-31T10:50:17.828" v="9"/>
        <pc:sldMkLst>
          <pc:docMk/>
          <pc:sldMk cId="1367415864" sldId="297"/>
        </pc:sldMkLst>
      </pc:sldChg>
      <pc:sldChg chg="del">
        <pc:chgData name="Luca Vitale" userId="S::luca.vitale@eng.it::33d0d086-8ea6-4510-b5fe-c8d156368f9b" providerId="AD" clId="Web-{D5C71CCF-C472-A667-DDD7-037928467CB0}" dt="2025-01-31T10:50:17.828" v="8"/>
        <pc:sldMkLst>
          <pc:docMk/>
          <pc:sldMk cId="258124861" sldId="298"/>
        </pc:sldMkLst>
      </pc:sldChg>
      <pc:sldChg chg="del">
        <pc:chgData name="Luca Vitale" userId="S::luca.vitale@eng.it::33d0d086-8ea6-4510-b5fe-c8d156368f9b" providerId="AD" clId="Web-{D5C71CCF-C472-A667-DDD7-037928467CB0}" dt="2025-01-31T10:50:49.282" v="15"/>
        <pc:sldMkLst>
          <pc:docMk/>
          <pc:sldMk cId="2297800080" sldId="300"/>
        </pc:sldMkLst>
      </pc:sldChg>
      <pc:sldChg chg="del">
        <pc:chgData name="Luca Vitale" userId="S::luca.vitale@eng.it::33d0d086-8ea6-4510-b5fe-c8d156368f9b" providerId="AD" clId="Web-{D5C71CCF-C472-A667-DDD7-037928467CB0}" dt="2025-01-31T10:50:49.298" v="16"/>
        <pc:sldMkLst>
          <pc:docMk/>
          <pc:sldMk cId="3011460605" sldId="301"/>
        </pc:sldMkLst>
      </pc:sldChg>
      <pc:sldChg chg="delSp modSp">
        <pc:chgData name="Luca Vitale" userId="S::luca.vitale@eng.it::33d0d086-8ea6-4510-b5fe-c8d156368f9b" providerId="AD" clId="Web-{D5C71CCF-C472-A667-DDD7-037928467CB0}" dt="2025-01-31T10:49:57.593" v="3"/>
        <pc:sldMkLst>
          <pc:docMk/>
          <pc:sldMk cId="3034473941" sldId="304"/>
        </pc:sldMkLst>
      </pc:sldChg>
      <pc:sldChg chg="del">
        <pc:chgData name="Luca Vitale" userId="S::luca.vitale@eng.it::33d0d086-8ea6-4510-b5fe-c8d156368f9b" providerId="AD" clId="Web-{D5C71CCF-C472-A667-DDD7-037928467CB0}" dt="2025-01-31T10:49:46.530" v="0"/>
        <pc:sldMkLst>
          <pc:docMk/>
          <pc:sldMk cId="1348157557" sldId="307"/>
        </pc:sldMkLst>
      </pc:sldChg>
      <pc:sldChg chg="modSp">
        <pc:chgData name="Luca Vitale" userId="S::luca.vitale@eng.it::33d0d086-8ea6-4510-b5fe-c8d156368f9b" providerId="AD" clId="Web-{D5C71CCF-C472-A667-DDD7-037928467CB0}" dt="2025-01-31T10:50:03.562" v="7" actId="20577"/>
        <pc:sldMkLst>
          <pc:docMk/>
          <pc:sldMk cId="2247975020" sldId="318"/>
        </pc:sldMkLst>
      </pc:sldChg>
    </pc:docChg>
  </pc:docChgLst>
  <pc:docChgLst>
    <pc:chgData name="Henrik Lund Stærmose" userId="S::hls_neogrid.dk#ext#@engit.onmicrosoft.com::44a4c802-4911-4a03-8203-26d9d7b6ff62" providerId="AD" clId="Web-{8C40F93B-E74E-49E1-CD86-8B1312C8DF82}"/>
    <pc:docChg chg="addSld modSld">
      <pc:chgData name="Henrik Lund Stærmose" userId="S::hls_neogrid.dk#ext#@engit.onmicrosoft.com::44a4c802-4911-4a03-8203-26d9d7b6ff62" providerId="AD" clId="Web-{8C40F93B-E74E-49E1-CD86-8B1312C8DF82}" dt="2025-02-10T09:25:55.443" v="306" actId="20577"/>
      <pc:docMkLst>
        <pc:docMk/>
      </pc:docMkLst>
      <pc:sldChg chg="modSp">
        <pc:chgData name="Henrik Lund Stærmose" userId="S::hls_neogrid.dk#ext#@engit.onmicrosoft.com::44a4c802-4911-4a03-8203-26d9d7b6ff62" providerId="AD" clId="Web-{8C40F93B-E74E-49E1-CD86-8B1312C8DF82}" dt="2025-02-10T09:25:38.302" v="301" actId="20577"/>
        <pc:sldMkLst>
          <pc:docMk/>
          <pc:sldMk cId="3672181994" sldId="319"/>
        </pc:sldMkLst>
      </pc:sldChg>
      <pc:sldChg chg="modSp add replId">
        <pc:chgData name="Henrik Lund Stærmose" userId="S::hls_neogrid.dk#ext#@engit.onmicrosoft.com::44a4c802-4911-4a03-8203-26d9d7b6ff62" providerId="AD" clId="Web-{8C40F93B-E74E-49E1-CD86-8B1312C8DF82}" dt="2025-02-10T09:25:55.443" v="306" actId="20577"/>
        <pc:sldMkLst>
          <pc:docMk/>
          <pc:sldMk cId="2103027978" sldId="333"/>
        </pc:sldMkLst>
      </pc:sldChg>
    </pc:docChg>
  </pc:docChgLst>
  <pc:docChgLst>
    <pc:chgData name="Alessandro Rossi" userId="S::alessandro.rossi@eng.it::9b5cfb7c-2a9d-4075-b409-735b6d606b81" providerId="AD" clId="Web-{1437F962-4816-1525-FDF4-6E4854E9C9B2}"/>
    <pc:docChg chg="addSld delSld modSld sldOrd">
      <pc:chgData name="Alessandro Rossi" userId="S::alessandro.rossi@eng.it::9b5cfb7c-2a9d-4075-b409-735b6d606b81" providerId="AD" clId="Web-{1437F962-4816-1525-FDF4-6E4854E9C9B2}" dt="2025-04-11T17:06:54.250" v="139"/>
      <pc:docMkLst>
        <pc:docMk/>
      </pc:docMkLst>
      <pc:sldChg chg="modSp">
        <pc:chgData name="Alessandro Rossi" userId="S::alessandro.rossi@eng.it::9b5cfb7c-2a9d-4075-b409-735b6d606b81" providerId="AD" clId="Web-{1437F962-4816-1525-FDF4-6E4854E9C9B2}" dt="2025-04-11T16:45:44.359" v="125" actId="20577"/>
        <pc:sldMkLst>
          <pc:docMk/>
          <pc:sldMk cId="1738173966" sldId="294"/>
        </pc:sldMkLst>
      </pc:sldChg>
      <pc:sldChg chg="ord">
        <pc:chgData name="Alessandro Rossi" userId="S::alessandro.rossi@eng.it::9b5cfb7c-2a9d-4075-b409-735b6d606b81" providerId="AD" clId="Web-{1437F962-4816-1525-FDF4-6E4854E9C9B2}" dt="2025-04-11T13:54:37.806" v="110"/>
        <pc:sldMkLst>
          <pc:docMk/>
          <pc:sldMk cId="3462055083" sldId="297"/>
        </pc:sldMkLst>
      </pc:sldChg>
      <pc:sldChg chg="modSp">
        <pc:chgData name="Alessandro Rossi" userId="S::alessandro.rossi@eng.it::9b5cfb7c-2a9d-4075-b409-735b6d606b81" providerId="AD" clId="Web-{1437F962-4816-1525-FDF4-6E4854E9C9B2}" dt="2025-04-11T13:52:55.350" v="96" actId="20577"/>
        <pc:sldMkLst>
          <pc:docMk/>
          <pc:sldMk cId="3034473941" sldId="304"/>
        </pc:sldMkLst>
      </pc:sldChg>
      <pc:sldChg chg="modSp ord">
        <pc:chgData name="Alessandro Rossi" userId="S::alessandro.rossi@eng.it::9b5cfb7c-2a9d-4075-b409-735b6d606b81" providerId="AD" clId="Web-{1437F962-4816-1525-FDF4-6E4854E9C9B2}" dt="2025-04-11T16:44:15.420" v="121"/>
        <pc:sldMkLst>
          <pc:docMk/>
          <pc:sldMk cId="3981174597" sldId="321"/>
        </pc:sldMkLst>
        <pc:spChg chg="mod">
          <ac:chgData name="Alessandro Rossi" userId="S::alessandro.rossi@eng.it::9b5cfb7c-2a9d-4075-b409-735b6d606b81" providerId="AD" clId="Web-{1437F962-4816-1525-FDF4-6E4854E9C9B2}" dt="2025-04-11T13:54:01.836" v="106" actId="20577"/>
          <ac:spMkLst>
            <pc:docMk/>
            <pc:sldMk cId="3981174597" sldId="321"/>
            <ac:spMk id="2" creationId="{0EC09F3C-9A32-3153-4138-ECACD198B8CE}"/>
          </ac:spMkLst>
        </pc:spChg>
      </pc:sldChg>
      <pc:sldChg chg="modSp">
        <pc:chgData name="Alessandro Rossi" userId="S::alessandro.rossi@eng.it::9b5cfb7c-2a9d-4075-b409-735b6d606b81" providerId="AD" clId="Web-{1437F962-4816-1525-FDF4-6E4854E9C9B2}" dt="2025-04-11T13:52:52.037" v="95" actId="20577"/>
        <pc:sldMkLst>
          <pc:docMk/>
          <pc:sldMk cId="1532201325" sldId="330"/>
        </pc:sldMkLst>
      </pc:sldChg>
      <pc:sldChg chg="modSp">
        <pc:chgData name="Alessandro Rossi" userId="S::alessandro.rossi@eng.it::9b5cfb7c-2a9d-4075-b409-735b6d606b81" providerId="AD" clId="Web-{1437F962-4816-1525-FDF4-6E4854E9C9B2}" dt="2025-04-11T13:52:48.912" v="94" actId="20577"/>
        <pc:sldMkLst>
          <pc:docMk/>
          <pc:sldMk cId="4276441079" sldId="331"/>
        </pc:sldMkLst>
      </pc:sldChg>
      <pc:sldChg chg="modSp">
        <pc:chgData name="Alessandro Rossi" userId="S::alessandro.rossi@eng.it::9b5cfb7c-2a9d-4075-b409-735b6d606b81" providerId="AD" clId="Web-{1437F962-4816-1525-FDF4-6E4854E9C9B2}" dt="2025-04-11T13:52:42.599" v="93" actId="20577"/>
        <pc:sldMkLst>
          <pc:docMk/>
          <pc:sldMk cId="684147392" sldId="334"/>
        </pc:sldMkLst>
      </pc:sldChg>
      <pc:sldChg chg="addSp delSp modSp mod modClrScheme chgLayout">
        <pc:chgData name="Alessandro Rossi" userId="S::alessandro.rossi@eng.it::9b5cfb7c-2a9d-4075-b409-735b6d606b81" providerId="AD" clId="Web-{1437F962-4816-1525-FDF4-6E4854E9C9B2}" dt="2025-04-11T17:06:54.250" v="139"/>
        <pc:sldMkLst>
          <pc:docMk/>
          <pc:sldMk cId="3224045048" sldId="336"/>
        </pc:sldMkLst>
      </pc:sldChg>
      <pc:sldChg chg="modSp add replId">
        <pc:chgData name="Alessandro Rossi" userId="S::alessandro.rossi@eng.it::9b5cfb7c-2a9d-4075-b409-735b6d606b81" providerId="AD" clId="Web-{1437F962-4816-1525-FDF4-6E4854E9C9B2}" dt="2025-04-11T13:53:17.288" v="98" actId="20577"/>
        <pc:sldMkLst>
          <pc:docMk/>
          <pc:sldMk cId="450827905" sldId="347"/>
        </pc:sldMkLst>
      </pc:sldChg>
      <pc:sldChg chg="new del">
        <pc:chgData name="Alessandro Rossi" userId="S::alessandro.rossi@eng.it::9b5cfb7c-2a9d-4075-b409-735b6d606b81" providerId="AD" clId="Web-{1437F962-4816-1525-FDF4-6E4854E9C9B2}" dt="2025-04-11T16:39:49.898" v="112"/>
        <pc:sldMkLst>
          <pc:docMk/>
          <pc:sldMk cId="2878157593" sldId="348"/>
        </pc:sldMkLst>
      </pc:sldChg>
      <pc:sldChg chg="addSp delSp modSp add del replId">
        <pc:chgData name="Alessandro Rossi" userId="S::alessandro.rossi@eng.it::9b5cfb7c-2a9d-4075-b409-735b6d606b81" providerId="AD" clId="Web-{1437F962-4816-1525-FDF4-6E4854E9C9B2}" dt="2025-04-11T16:43:39.809" v="119"/>
        <pc:sldMkLst>
          <pc:docMk/>
          <pc:sldMk cId="3711887550" sldId="348"/>
        </pc:sldMkLst>
      </pc:sldChg>
      <pc:sldChg chg="add replId">
        <pc:chgData name="Alessandro Rossi" userId="S::alessandro.rossi@eng.it::9b5cfb7c-2a9d-4075-b409-735b6d606b81" providerId="AD" clId="Web-{1437F962-4816-1525-FDF4-6E4854E9C9B2}" dt="2025-04-11T17:06:32.436" v="126"/>
        <pc:sldMkLst>
          <pc:docMk/>
          <pc:sldMk cId="4055384305" sldId="348"/>
        </pc:sldMkLst>
      </pc:sldChg>
    </pc:docChg>
  </pc:docChgLst>
  <pc:docChgLst>
    <pc:chgData name="Marzia Mammina" userId="S::marzia.mammina@eng.it::0e57dbbc-559a-4108-b402-b003df008857" providerId="AD" clId="Web-{5FE12888-E1AD-4111-895C-26D8B92622BF}"/>
    <pc:docChg chg="addSld delSld modSld">
      <pc:chgData name="Marzia Mammina" userId="S::marzia.mammina@eng.it::0e57dbbc-559a-4108-b402-b003df008857" providerId="AD" clId="Web-{5FE12888-E1AD-4111-895C-26D8B92622BF}" dt="2025-02-06T07:25:25.479" v="41" actId="1076"/>
      <pc:docMkLst>
        <pc:docMk/>
      </pc:docMkLst>
      <pc:sldChg chg="del">
        <pc:chgData name="Marzia Mammina" userId="S::marzia.mammina@eng.it::0e57dbbc-559a-4108-b402-b003df008857" providerId="AD" clId="Web-{5FE12888-E1AD-4111-895C-26D8B92622BF}" dt="2025-02-06T07:22:53.989" v="4"/>
        <pc:sldMkLst>
          <pc:docMk/>
          <pc:sldMk cId="2928254472" sldId="323"/>
        </pc:sldMkLst>
      </pc:sldChg>
      <pc:sldChg chg="add">
        <pc:chgData name="Marzia Mammina" userId="S::marzia.mammina@eng.it::0e57dbbc-559a-4108-b402-b003df008857" providerId="AD" clId="Web-{5FE12888-E1AD-4111-895C-26D8B92622BF}" dt="2025-02-06T07:22:46.020" v="0"/>
        <pc:sldMkLst>
          <pc:docMk/>
          <pc:sldMk cId="1254716510" sldId="326"/>
        </pc:sldMkLst>
      </pc:sldChg>
      <pc:sldChg chg="modSp add">
        <pc:chgData name="Marzia Mammina" userId="S::marzia.mammina@eng.it::0e57dbbc-559a-4108-b402-b003df008857" providerId="AD" clId="Web-{5FE12888-E1AD-4111-895C-26D8B92622BF}" dt="2025-02-06T07:25:25.479" v="41" actId="1076"/>
        <pc:sldMkLst>
          <pc:docMk/>
          <pc:sldMk cId="1884809866" sldId="327"/>
        </pc:sldMkLst>
      </pc:sldChg>
      <pc:sldChg chg="add">
        <pc:chgData name="Marzia Mammina" userId="S::marzia.mammina@eng.it::0e57dbbc-559a-4108-b402-b003df008857" providerId="AD" clId="Web-{5FE12888-E1AD-4111-895C-26D8B92622BF}" dt="2025-02-06T07:22:46.067" v="2"/>
        <pc:sldMkLst>
          <pc:docMk/>
          <pc:sldMk cId="1957854653" sldId="328"/>
        </pc:sldMkLst>
      </pc:sldChg>
      <pc:sldChg chg="add">
        <pc:chgData name="Marzia Mammina" userId="S::marzia.mammina@eng.it::0e57dbbc-559a-4108-b402-b003df008857" providerId="AD" clId="Web-{5FE12888-E1AD-4111-895C-26D8B92622BF}" dt="2025-02-06T07:22:46.067" v="3"/>
        <pc:sldMkLst>
          <pc:docMk/>
          <pc:sldMk cId="2396283959" sldId="329"/>
        </pc:sldMkLst>
      </pc:sldChg>
    </pc:docChg>
  </pc:docChgLst>
  <pc:docChgLst>
    <pc:chgData name="Zoi Mylona" userId="bb86eec7-07c1-497f-b9fe-6c4f6cffa0ca" providerId="ADAL" clId="{B4E34300-239E-4A95-B863-C9CEBB64F213}"/>
    <pc:docChg chg="modSld">
      <pc:chgData name="Zoi Mylona" userId="bb86eec7-07c1-497f-b9fe-6c4f6cffa0ca" providerId="ADAL" clId="{B4E34300-239E-4A95-B863-C9CEBB64F213}" dt="2025-05-12T07:49:32.946" v="36" actId="13926"/>
      <pc:docMkLst>
        <pc:docMk/>
      </pc:docMkLst>
      <pc:sldChg chg="modSp mod">
        <pc:chgData name="Zoi Mylona" userId="bb86eec7-07c1-497f-b9fe-6c4f6cffa0ca" providerId="ADAL" clId="{B4E34300-239E-4A95-B863-C9CEBB64F213}" dt="2025-05-12T07:49:07.418" v="3" actId="13926"/>
        <pc:sldMkLst>
          <pc:docMk/>
          <pc:sldMk cId="749927350" sldId="2147471337"/>
        </pc:sldMkLst>
        <pc:spChg chg="mod">
          <ac:chgData name="Zoi Mylona" userId="bb86eec7-07c1-497f-b9fe-6c4f6cffa0ca" providerId="ADAL" clId="{B4E34300-239E-4A95-B863-C9CEBB64F213}" dt="2025-05-12T07:49:07.418" v="3" actId="13926"/>
          <ac:spMkLst>
            <pc:docMk/>
            <pc:sldMk cId="749927350" sldId="2147471337"/>
            <ac:spMk id="3" creationId="{1634C7D4-7204-9399-91DA-AD64BA3AEE60}"/>
          </ac:spMkLst>
        </pc:spChg>
      </pc:sldChg>
      <pc:sldChg chg="modSp mod">
        <pc:chgData name="Zoi Mylona" userId="bb86eec7-07c1-497f-b9fe-6c4f6cffa0ca" providerId="ADAL" clId="{B4E34300-239E-4A95-B863-C9CEBB64F213}" dt="2025-05-12T07:49:32.946" v="36" actId="13926"/>
        <pc:sldMkLst>
          <pc:docMk/>
          <pc:sldMk cId="3760195842" sldId="2147471339"/>
        </pc:sldMkLst>
        <pc:spChg chg="mod">
          <ac:chgData name="Zoi Mylona" userId="bb86eec7-07c1-497f-b9fe-6c4f6cffa0ca" providerId="ADAL" clId="{B4E34300-239E-4A95-B863-C9CEBB64F213}" dt="2025-05-12T07:49:32.946" v="36" actId="13926"/>
          <ac:spMkLst>
            <pc:docMk/>
            <pc:sldMk cId="3760195842" sldId="2147471339"/>
            <ac:spMk id="3" creationId="{F405428B-9A2D-FFDD-3D71-BDF47118B397}"/>
          </ac:spMkLst>
        </pc:spChg>
      </pc:sldChg>
    </pc:docChg>
  </pc:docChgLst>
  <pc:docChgLst>
    <pc:chgData name="Andrija Goranović" userId="S::andrija.goranovic_ourpower.coop#ext#@engit.onmicrosoft.com::1c1d981b-2427-4681-a8dd-19f948964212" providerId="AD" clId="Web-{6ADB5038-2CD0-B2B4-CF2D-856F3B78966B}"/>
    <pc:docChg chg="modSld">
      <pc:chgData name="Andrija Goranović" userId="S::andrija.goranovic_ourpower.coop#ext#@engit.onmicrosoft.com::1c1d981b-2427-4681-a8dd-19f948964212" providerId="AD" clId="Web-{6ADB5038-2CD0-B2B4-CF2D-856F3B78966B}" dt="2025-02-10T08:24:04.099" v="610" actId="20577"/>
      <pc:docMkLst>
        <pc:docMk/>
      </pc:docMkLst>
      <pc:sldChg chg="modSp">
        <pc:chgData name="Andrija Goranović" userId="S::andrija.goranovic_ourpower.coop#ext#@engit.onmicrosoft.com::1c1d981b-2427-4681-a8dd-19f948964212" providerId="AD" clId="Web-{6ADB5038-2CD0-B2B4-CF2D-856F3B78966B}" dt="2025-02-10T08:24:04.099" v="610" actId="20577"/>
        <pc:sldMkLst>
          <pc:docMk/>
          <pc:sldMk cId="2247975020" sldId="318"/>
        </pc:sldMkLst>
      </pc:sldChg>
    </pc:docChg>
  </pc:docChgLst>
  <pc:docChgLst>
    <pc:chgData name="Alessandro Rossi" userId="S::alessandro.rossi@eng.it::9b5cfb7c-2a9d-4075-b409-735b6d606b81" providerId="AD" clId="Web-{E49F4029-BEED-86A8-2DDE-92FBA3762887}"/>
    <pc:docChg chg="addSld delSld modSld">
      <pc:chgData name="Alessandro Rossi" userId="S::alessandro.rossi@eng.it::9b5cfb7c-2a9d-4075-b409-735b6d606b81" providerId="AD" clId="Web-{E49F4029-BEED-86A8-2DDE-92FBA3762887}" dt="2025-05-10T00:41:25.849" v="698"/>
      <pc:docMkLst>
        <pc:docMk/>
      </pc:docMkLst>
      <pc:sldChg chg="delSp modSp">
        <pc:chgData name="Alessandro Rossi" userId="S::alessandro.rossi@eng.it::9b5cfb7c-2a9d-4075-b409-735b6d606b81" providerId="AD" clId="Web-{E49F4029-BEED-86A8-2DDE-92FBA3762887}" dt="2025-05-09T23:35:06.597" v="578" actId="20577"/>
        <pc:sldMkLst>
          <pc:docMk/>
          <pc:sldMk cId="3981174597" sldId="321"/>
        </pc:sldMkLst>
        <pc:spChg chg="mod">
          <ac:chgData name="Alessandro Rossi" userId="S::alessandro.rossi@eng.it::9b5cfb7c-2a9d-4075-b409-735b6d606b81" providerId="AD" clId="Web-{E49F4029-BEED-86A8-2DDE-92FBA3762887}" dt="2025-05-09T23:35:06.597" v="578" actId="20577"/>
          <ac:spMkLst>
            <pc:docMk/>
            <pc:sldMk cId="3981174597" sldId="321"/>
            <ac:spMk id="3" creationId="{3D0F4088-00BC-CD86-E4C9-9921B5ABF716}"/>
          </ac:spMkLst>
        </pc:spChg>
        <pc:spChg chg="del">
          <ac:chgData name="Alessandro Rossi" userId="S::alessandro.rossi@eng.it::9b5cfb7c-2a9d-4075-b409-735b6d606b81" providerId="AD" clId="Web-{E49F4029-BEED-86A8-2DDE-92FBA3762887}" dt="2025-05-09T23:13:19.733" v="186"/>
          <ac:spMkLst>
            <pc:docMk/>
            <pc:sldMk cId="3981174597" sldId="321"/>
            <ac:spMk id="7" creationId="{91C85228-94B7-809B-2AD6-5A43018C3799}"/>
          </ac:spMkLst>
        </pc:spChg>
        <pc:spChg chg="mod">
          <ac:chgData name="Alessandro Rossi" userId="S::alessandro.rossi@eng.it::9b5cfb7c-2a9d-4075-b409-735b6d606b81" providerId="AD" clId="Web-{E49F4029-BEED-86A8-2DDE-92FBA3762887}" dt="2025-05-09T23:27:52.044" v="438" actId="1076"/>
          <ac:spMkLst>
            <pc:docMk/>
            <pc:sldMk cId="3981174597" sldId="321"/>
            <ac:spMk id="11" creationId="{CB18F53B-A082-BF0E-10F8-D6D1FD4AF201}"/>
          </ac:spMkLst>
        </pc:spChg>
        <pc:picChg chg="mod">
          <ac:chgData name="Alessandro Rossi" userId="S::alessandro.rossi@eng.it::9b5cfb7c-2a9d-4075-b409-735b6d606b81" providerId="AD" clId="Web-{E49F4029-BEED-86A8-2DDE-92FBA3762887}" dt="2025-05-09T23:27:52.028" v="437" actId="1076"/>
          <ac:picMkLst>
            <pc:docMk/>
            <pc:sldMk cId="3981174597" sldId="321"/>
            <ac:picMk id="9" creationId="{65045366-BAE0-9D25-1E19-27945E2AC508}"/>
          </ac:picMkLst>
        </pc:picChg>
      </pc:sldChg>
      <pc:sldChg chg="delSp del">
        <pc:chgData name="Alessandro Rossi" userId="S::alessandro.rossi@eng.it::9b5cfb7c-2a9d-4075-b409-735b6d606b81" providerId="AD" clId="Web-{E49F4029-BEED-86A8-2DDE-92FBA3762887}" dt="2025-05-09T23:04:26.033" v="1"/>
        <pc:sldMkLst>
          <pc:docMk/>
          <pc:sldMk cId="3224045048" sldId="336"/>
        </pc:sldMkLst>
        <pc:spChg chg="del">
          <ac:chgData name="Alessandro Rossi" userId="S::alessandro.rossi@eng.it::9b5cfb7c-2a9d-4075-b409-735b6d606b81" providerId="AD" clId="Web-{E49F4029-BEED-86A8-2DDE-92FBA3762887}" dt="2025-05-09T23:04:01.704" v="0"/>
          <ac:spMkLst>
            <pc:docMk/>
            <pc:sldMk cId="3224045048" sldId="336"/>
            <ac:spMk id="9" creationId="{1854FA05-3483-0DD3-CB7D-22BEC3135D08}"/>
          </ac:spMkLst>
        </pc:spChg>
      </pc:sldChg>
      <pc:sldChg chg="delSp modSp">
        <pc:chgData name="Alessandro Rossi" userId="S::alessandro.rossi@eng.it::9b5cfb7c-2a9d-4075-b409-735b6d606b81" providerId="AD" clId="Web-{E49F4029-BEED-86A8-2DDE-92FBA3762887}" dt="2025-05-10T00:30:54.524" v="597" actId="20577"/>
        <pc:sldMkLst>
          <pc:docMk/>
          <pc:sldMk cId="2007081576" sldId="2147471305"/>
        </pc:sldMkLst>
        <pc:spChg chg="mod">
          <ac:chgData name="Alessandro Rossi" userId="S::alessandro.rossi@eng.it::9b5cfb7c-2a9d-4075-b409-735b6d606b81" providerId="AD" clId="Web-{E49F4029-BEED-86A8-2DDE-92FBA3762887}" dt="2025-05-10T00:30:54.524" v="597" actId="20577"/>
          <ac:spMkLst>
            <pc:docMk/>
            <pc:sldMk cId="2007081576" sldId="2147471305"/>
            <ac:spMk id="2" creationId="{5D89F572-ECCB-67E1-6D2D-FD8229772973}"/>
          </ac:spMkLst>
        </pc:spChg>
        <pc:spChg chg="del">
          <ac:chgData name="Alessandro Rossi" userId="S::alessandro.rossi@eng.it::9b5cfb7c-2a9d-4075-b409-735b6d606b81" providerId="AD" clId="Web-{E49F4029-BEED-86A8-2DDE-92FBA3762887}" dt="2025-05-09T23:04:29.268" v="2"/>
          <ac:spMkLst>
            <pc:docMk/>
            <pc:sldMk cId="2007081576" sldId="2147471305"/>
            <ac:spMk id="6" creationId="{681347FA-774C-F0E3-CC3B-117261471AFE}"/>
          </ac:spMkLst>
        </pc:spChg>
      </pc:sldChg>
      <pc:sldChg chg="addSp modSp add replId">
        <pc:chgData name="Alessandro Rossi" userId="S::alessandro.rossi@eng.it::9b5cfb7c-2a9d-4075-b409-735b6d606b81" providerId="AD" clId="Web-{E49F4029-BEED-86A8-2DDE-92FBA3762887}" dt="2025-05-10T00:40:19.066" v="691" actId="20577"/>
        <pc:sldMkLst>
          <pc:docMk/>
          <pc:sldMk cId="148271088" sldId="2147471347"/>
        </pc:sldMkLst>
        <pc:spChg chg="mod">
          <ac:chgData name="Alessandro Rossi" userId="S::alessandro.rossi@eng.it::9b5cfb7c-2a9d-4075-b409-735b6d606b81" providerId="AD" clId="Web-{E49F4029-BEED-86A8-2DDE-92FBA3762887}" dt="2025-05-10T00:40:19.066" v="691" actId="20577"/>
          <ac:spMkLst>
            <pc:docMk/>
            <pc:sldMk cId="148271088" sldId="2147471347"/>
            <ac:spMk id="2" creationId="{BFD3A5D5-20C1-AA40-F7AE-273512E9173E}"/>
          </ac:spMkLst>
        </pc:spChg>
        <pc:spChg chg="mod">
          <ac:chgData name="Alessandro Rossi" userId="S::alessandro.rossi@eng.it::9b5cfb7c-2a9d-4075-b409-735b6d606b81" providerId="AD" clId="Web-{E49F4029-BEED-86A8-2DDE-92FBA3762887}" dt="2025-05-09T23:35:21.004" v="590" actId="20577"/>
          <ac:spMkLst>
            <pc:docMk/>
            <pc:sldMk cId="148271088" sldId="2147471347"/>
            <ac:spMk id="3" creationId="{193BF5AD-0739-C921-4517-93D4C7B54B3B}"/>
          </ac:spMkLst>
        </pc:spChg>
        <pc:spChg chg="add mod">
          <ac:chgData name="Alessandro Rossi" userId="S::alessandro.rossi@eng.it::9b5cfb7c-2a9d-4075-b409-735b6d606b81" providerId="AD" clId="Web-{E49F4029-BEED-86A8-2DDE-92FBA3762887}" dt="2025-05-10T00:39:30.205" v="684" actId="14100"/>
          <ac:spMkLst>
            <pc:docMk/>
            <pc:sldMk cId="148271088" sldId="2147471347"/>
            <ac:spMk id="6" creationId="{F908269D-06B0-5B49-56E1-3A179A07BA32}"/>
          </ac:spMkLst>
        </pc:spChg>
      </pc:sldChg>
      <pc:sldChg chg="addSp delSp modSp add replId">
        <pc:chgData name="Alessandro Rossi" userId="S::alessandro.rossi@eng.it::9b5cfb7c-2a9d-4075-b409-735b6d606b81" providerId="AD" clId="Web-{E49F4029-BEED-86A8-2DDE-92FBA3762887}" dt="2025-05-10T00:41:25.849" v="698"/>
        <pc:sldMkLst>
          <pc:docMk/>
          <pc:sldMk cId="1329479498" sldId="2147471348"/>
        </pc:sldMkLst>
        <pc:spChg chg="mod">
          <ac:chgData name="Alessandro Rossi" userId="S::alessandro.rossi@eng.it::9b5cfb7c-2a9d-4075-b409-735b6d606b81" providerId="AD" clId="Web-{E49F4029-BEED-86A8-2DDE-92FBA3762887}" dt="2025-05-10T00:33:08.082" v="624" actId="20577"/>
          <ac:spMkLst>
            <pc:docMk/>
            <pc:sldMk cId="1329479498" sldId="2147471348"/>
            <ac:spMk id="2" creationId="{64159007-CF1D-2668-B6FA-765F1FAB787F}"/>
          </ac:spMkLst>
        </pc:spChg>
        <pc:spChg chg="mod">
          <ac:chgData name="Alessandro Rossi" userId="S::alessandro.rossi@eng.it::9b5cfb7c-2a9d-4075-b409-735b6d606b81" providerId="AD" clId="Web-{E49F4029-BEED-86A8-2DDE-92FBA3762887}" dt="2025-05-10T00:31:26.344" v="616" actId="20577"/>
          <ac:spMkLst>
            <pc:docMk/>
            <pc:sldMk cId="1329479498" sldId="2147471348"/>
            <ac:spMk id="3" creationId="{B043753E-DD53-BDDA-7947-B63F00F47572}"/>
          </ac:spMkLst>
        </pc:spChg>
        <pc:spChg chg="add del mod">
          <ac:chgData name="Alessandro Rossi" userId="S::alessandro.rossi@eng.it::9b5cfb7c-2a9d-4075-b409-735b6d606b81" providerId="AD" clId="Web-{E49F4029-BEED-86A8-2DDE-92FBA3762887}" dt="2025-05-10T00:40:57.755" v="694"/>
          <ac:spMkLst>
            <pc:docMk/>
            <pc:sldMk cId="1329479498" sldId="2147471348"/>
            <ac:spMk id="5" creationId="{636515D9-FCB9-8861-4E7C-72B7DDA2951D}"/>
          </ac:spMkLst>
        </pc:spChg>
        <pc:graphicFrameChg chg="add del mod">
          <ac:chgData name="Alessandro Rossi" userId="S::alessandro.rossi@eng.it::9b5cfb7c-2a9d-4075-b409-735b6d606b81" providerId="AD" clId="Web-{E49F4029-BEED-86A8-2DDE-92FBA3762887}" dt="2025-05-10T00:41:16.130" v="696"/>
          <ac:graphicFrameMkLst>
            <pc:docMk/>
            <pc:sldMk cId="1329479498" sldId="2147471348"/>
            <ac:graphicFrameMk id="7" creationId="{9EC9EA1E-1443-48D9-E959-7DC27825A4AD}"/>
          </ac:graphicFrameMkLst>
        </pc:graphicFrameChg>
        <pc:graphicFrameChg chg="add del mod">
          <ac:chgData name="Alessandro Rossi" userId="S::alessandro.rossi@eng.it::9b5cfb7c-2a9d-4075-b409-735b6d606b81" providerId="AD" clId="Web-{E49F4029-BEED-86A8-2DDE-92FBA3762887}" dt="2025-05-10T00:41:25.849" v="698"/>
          <ac:graphicFrameMkLst>
            <pc:docMk/>
            <pc:sldMk cId="1329479498" sldId="2147471348"/>
            <ac:graphicFrameMk id="9" creationId="{2CBB994E-4D76-CB04-CCC5-AE73BCD9B685}"/>
          </ac:graphicFrameMkLst>
        </pc:graphicFrameChg>
      </pc:sldChg>
    </pc:docChg>
  </pc:docChgLst>
  <pc:docChgLst>
    <pc:chgData name="Alessandro Rossi" userId="S::alessandro.rossi@eng.it::9b5cfb7c-2a9d-4075-b409-735b6d606b81" providerId="AD" clId="Web-{8AF31E5B-E5F1-A3F9-9AC3-A4EC148C0055}"/>
    <pc:docChg chg="modSld">
      <pc:chgData name="Alessandro Rossi" userId="S::alessandro.rossi@eng.it::9b5cfb7c-2a9d-4075-b409-735b6d606b81" providerId="AD" clId="Web-{8AF31E5B-E5F1-A3F9-9AC3-A4EC148C0055}" dt="2025-04-14T12:57:11.071" v="270" actId="20577"/>
      <pc:docMkLst>
        <pc:docMk/>
      </pc:docMkLst>
      <pc:sldChg chg="modSp">
        <pc:chgData name="Alessandro Rossi" userId="S::alessandro.rossi@eng.it::9b5cfb7c-2a9d-4075-b409-735b6d606b81" providerId="AD" clId="Web-{8AF31E5B-E5F1-A3F9-9AC3-A4EC148C0055}" dt="2025-04-14T12:57:11.071" v="270" actId="20577"/>
        <pc:sldMkLst>
          <pc:docMk/>
          <pc:sldMk cId="1738173966" sldId="294"/>
        </pc:sldMkLst>
      </pc:sldChg>
      <pc:sldChg chg="modSp">
        <pc:chgData name="Alessandro Rossi" userId="S::alessandro.rossi@eng.it::9b5cfb7c-2a9d-4075-b409-735b6d606b81" providerId="AD" clId="Web-{8AF31E5B-E5F1-A3F9-9AC3-A4EC148C0055}" dt="2025-04-14T12:55:54.456" v="245" actId="20577"/>
        <pc:sldMkLst>
          <pc:docMk/>
          <pc:sldMk cId="1527148541" sldId="296"/>
        </pc:sldMkLst>
      </pc:sldChg>
      <pc:sldChg chg="modSp">
        <pc:chgData name="Alessandro Rossi" userId="S::alessandro.rossi@eng.it::9b5cfb7c-2a9d-4075-b409-735b6d606b81" providerId="AD" clId="Web-{8AF31E5B-E5F1-A3F9-9AC3-A4EC148C0055}" dt="2025-04-14T12:55:49.205" v="243" actId="20577"/>
        <pc:sldMkLst>
          <pc:docMk/>
          <pc:sldMk cId="3462055083" sldId="297"/>
        </pc:sldMkLst>
      </pc:sldChg>
      <pc:sldChg chg="modSp">
        <pc:chgData name="Alessandro Rossi" userId="S::alessandro.rossi@eng.it::9b5cfb7c-2a9d-4075-b409-735b6d606b81" providerId="AD" clId="Web-{8AF31E5B-E5F1-A3F9-9AC3-A4EC148C0055}" dt="2025-04-14T12:56:32.521" v="251" actId="20577"/>
        <pc:sldMkLst>
          <pc:docMk/>
          <pc:sldMk cId="3981174597" sldId="321"/>
        </pc:sldMkLst>
        <pc:spChg chg="mod">
          <ac:chgData name="Alessandro Rossi" userId="S::alessandro.rossi@eng.it::9b5cfb7c-2a9d-4075-b409-735b6d606b81" providerId="AD" clId="Web-{8AF31E5B-E5F1-A3F9-9AC3-A4EC148C0055}" dt="2025-04-14T12:56:32.521" v="251" actId="20577"/>
          <ac:spMkLst>
            <pc:docMk/>
            <pc:sldMk cId="3981174597" sldId="321"/>
            <ac:spMk id="3" creationId="{3D0F4088-00BC-CD86-E4C9-9921B5ABF716}"/>
          </ac:spMkLst>
        </pc:spChg>
      </pc:sldChg>
      <pc:sldChg chg="modSp">
        <pc:chgData name="Alessandro Rossi" userId="S::alessandro.rossi@eng.it::9b5cfb7c-2a9d-4075-b409-735b6d606b81" providerId="AD" clId="Web-{8AF31E5B-E5F1-A3F9-9AC3-A4EC148C0055}" dt="2025-04-14T12:55:23.547" v="236" actId="20577"/>
        <pc:sldMkLst>
          <pc:docMk/>
          <pc:sldMk cId="4055384305" sldId="348"/>
        </pc:sldMkLst>
      </pc:sldChg>
    </pc:docChg>
  </pc:docChgLst>
  <pc:docChgLst>
    <pc:chgData name="mgirona" userId="S::mgirona_cimne.upc.edu#ext#@engit.onmicrosoft.com::b9f96092-b3e9-49cb-b72b-8d1f1a3eb15f" providerId="AD" clId="Web-{96905BFE-A44A-FA08-61AC-43F8A6130B21}"/>
    <pc:docChg chg="modSld">
      <pc:chgData name="mgirona" userId="S::mgirona_cimne.upc.edu#ext#@engit.onmicrosoft.com::b9f96092-b3e9-49cb-b72b-8d1f1a3eb15f" providerId="AD" clId="Web-{96905BFE-A44A-FA08-61AC-43F8A6130B21}" dt="2025-05-12T08:13:02.596" v="97" actId="20577"/>
      <pc:docMkLst>
        <pc:docMk/>
      </pc:docMkLst>
      <pc:sldChg chg="modSp">
        <pc:chgData name="mgirona" userId="S::mgirona_cimne.upc.edu#ext#@engit.onmicrosoft.com::b9f96092-b3e9-49cb-b72b-8d1f1a3eb15f" providerId="AD" clId="Web-{96905BFE-A44A-FA08-61AC-43F8A6130B21}" dt="2025-05-12T08:13:02.596" v="97" actId="20577"/>
        <pc:sldMkLst>
          <pc:docMk/>
          <pc:sldMk cId="4253970958" sldId="2147471343"/>
        </pc:sldMkLst>
        <pc:spChg chg="mod">
          <ac:chgData name="mgirona" userId="S::mgirona_cimne.upc.edu#ext#@engit.onmicrosoft.com::b9f96092-b3e9-49cb-b72b-8d1f1a3eb15f" providerId="AD" clId="Web-{96905BFE-A44A-FA08-61AC-43F8A6130B21}" dt="2025-05-12T08:13:02.596" v="97" actId="20577"/>
          <ac:spMkLst>
            <pc:docMk/>
            <pc:sldMk cId="4253970958" sldId="2147471343"/>
            <ac:spMk id="3" creationId="{259CB16F-C1AE-F6EA-5A6E-F4EE523A16C9}"/>
          </ac:spMkLst>
        </pc:spChg>
      </pc:sldChg>
    </pc:docChg>
  </pc:docChgLst>
  <pc:docChgLst>
    <pc:chgData name="Lorenzo Cristofori" userId="S::lorenzo.cristofori@eng.it::dffa08c3-d425-4af5-be88-b2ed23a3bf6c" providerId="AD" clId="Web-{EF4D2981-2A35-2083-E233-B477EB683B3E}"/>
    <pc:docChg chg="modSld">
      <pc:chgData name="Lorenzo Cristofori" userId="S::lorenzo.cristofori@eng.it::dffa08c3-d425-4af5-be88-b2ed23a3bf6c" providerId="AD" clId="Web-{EF4D2981-2A35-2083-E233-B477EB683B3E}" dt="2025-05-09T12:39:57.613" v="261" actId="20577"/>
      <pc:docMkLst>
        <pc:docMk/>
      </pc:docMkLst>
      <pc:sldChg chg="modSp">
        <pc:chgData name="Lorenzo Cristofori" userId="S::lorenzo.cristofori@eng.it::dffa08c3-d425-4af5-be88-b2ed23a3bf6c" providerId="AD" clId="Web-{EF4D2981-2A35-2083-E233-B477EB683B3E}" dt="2025-05-09T12:39:57.613" v="261" actId="20577"/>
        <pc:sldMkLst>
          <pc:docMk/>
          <pc:sldMk cId="1617313002" sldId="2147471329"/>
        </pc:sldMkLst>
        <pc:spChg chg="mod">
          <ac:chgData name="Lorenzo Cristofori" userId="S::lorenzo.cristofori@eng.it::dffa08c3-d425-4af5-be88-b2ed23a3bf6c" providerId="AD" clId="Web-{EF4D2981-2A35-2083-E233-B477EB683B3E}" dt="2025-05-09T12:39:57.613" v="261" actId="20577"/>
          <ac:spMkLst>
            <pc:docMk/>
            <pc:sldMk cId="1617313002" sldId="2147471329"/>
            <ac:spMk id="3" creationId="{28D1372C-C9EC-F007-C6D0-CDD3509E8A45}"/>
          </ac:spMkLst>
        </pc:spChg>
      </pc:sldChg>
    </pc:docChg>
  </pc:docChgLst>
  <pc:docChgLst>
    <pc:chgData name="giannis" userId="S::giannis_mydomx.eu#ext#@engit.onmicrosoft.com::fb8f4eca-263f-40d2-8d93-0454b04ed96e" providerId="AD" clId="Web-{756DAC4E-675A-05A7-10CF-E367C37CBF6C}"/>
    <pc:docChg chg="modSld">
      <pc:chgData name="giannis" userId="S::giannis_mydomx.eu#ext#@engit.onmicrosoft.com::fb8f4eca-263f-40d2-8d93-0454b04ed96e" providerId="AD" clId="Web-{756DAC4E-675A-05A7-10CF-E367C37CBF6C}" dt="2025-02-07T14:23:34.651" v="402" actId="20577"/>
      <pc:docMkLst>
        <pc:docMk/>
      </pc:docMkLst>
      <pc:sldChg chg="modSp">
        <pc:chgData name="giannis" userId="S::giannis_mydomx.eu#ext#@engit.onmicrosoft.com::fb8f4eca-263f-40d2-8d93-0454b04ed96e" providerId="AD" clId="Web-{756DAC4E-675A-05A7-10CF-E367C37CBF6C}" dt="2025-02-07T14:23:34.651" v="402" actId="20577"/>
        <pc:sldMkLst>
          <pc:docMk/>
          <pc:sldMk cId="4069037681" sldId="310"/>
        </pc:sldMkLst>
      </pc:sldChg>
    </pc:docChg>
  </pc:docChgLst>
  <pc:docChgLst>
    <pc:chgData name="KACULI RICHARD" userId="S::s1125047_pm.univpm.it#ext#@engit.onmicrosoft.com::34ab71e2-9a5a-4c31-9ae9-77677137c92d" providerId="AD" clId="Web-{17D76249-2A91-27D5-B9A7-EA905B8A47B6}"/>
    <pc:docChg chg="modSld">
      <pc:chgData name="KACULI RICHARD" userId="S::s1125047_pm.univpm.it#ext#@engit.onmicrosoft.com::34ab71e2-9a5a-4c31-9ae9-77677137c92d" providerId="AD" clId="Web-{17D76249-2A91-27D5-B9A7-EA905B8A47B6}" dt="2025-02-03T13:14:39.697" v="1" actId="20577"/>
      <pc:docMkLst>
        <pc:docMk/>
      </pc:docMkLst>
      <pc:sldChg chg="modSp">
        <pc:chgData name="KACULI RICHARD" userId="S::s1125047_pm.univpm.it#ext#@engit.onmicrosoft.com::34ab71e2-9a5a-4c31-9ae9-77677137c92d" providerId="AD" clId="Web-{17D76249-2A91-27D5-B9A7-EA905B8A47B6}" dt="2025-02-03T13:14:39.697" v="1" actId="20577"/>
        <pc:sldMkLst>
          <pc:docMk/>
          <pc:sldMk cId="780611786" sldId="295"/>
        </pc:sldMkLst>
      </pc:sldChg>
    </pc:docChg>
  </pc:docChgLst>
  <pc:docChgLst>
    <pc:chgData name="KACULI RICHARD" userId="S::s1125047_pm.univpm.it#ext#@engit.onmicrosoft.com::34ab71e2-9a5a-4c31-9ae9-77677137c92d" providerId="AD" clId="Web-{4C2114A6-AC95-8C90-EF08-6F787DF1681D}"/>
    <pc:docChg chg="addSld delSld">
      <pc:chgData name="KACULI RICHARD" userId="S::s1125047_pm.univpm.it#ext#@engit.onmicrosoft.com::34ab71e2-9a5a-4c31-9ae9-77677137c92d" providerId="AD" clId="Web-{4C2114A6-AC95-8C90-EF08-6F787DF1681D}" dt="2025-04-14T09:01:15.843" v="1"/>
      <pc:docMkLst>
        <pc:docMk/>
      </pc:docMkLst>
      <pc:sldChg chg="del">
        <pc:chgData name="KACULI RICHARD" userId="S::s1125047_pm.univpm.it#ext#@engit.onmicrosoft.com::34ab71e2-9a5a-4c31-9ae9-77677137c92d" providerId="AD" clId="Web-{4C2114A6-AC95-8C90-EF08-6F787DF1681D}" dt="2025-04-14T09:01:15.843" v="1"/>
        <pc:sldMkLst>
          <pc:docMk/>
          <pc:sldMk cId="1823808799" sldId="335"/>
        </pc:sldMkLst>
      </pc:sldChg>
      <pc:sldChg chg="add">
        <pc:chgData name="KACULI RICHARD" userId="S::s1125047_pm.univpm.it#ext#@engit.onmicrosoft.com::34ab71e2-9a5a-4c31-9ae9-77677137c92d" providerId="AD" clId="Web-{4C2114A6-AC95-8C90-EF08-6F787DF1681D}" dt="2025-04-14T09:01:08.843" v="0"/>
        <pc:sldMkLst>
          <pc:docMk/>
          <pc:sldMk cId="1595230947" sldId="2147471323"/>
        </pc:sldMkLst>
      </pc:sldChg>
      <pc:sldMasterChg chg="addSldLayout">
        <pc:chgData name="KACULI RICHARD" userId="S::s1125047_pm.univpm.it#ext#@engit.onmicrosoft.com::34ab71e2-9a5a-4c31-9ae9-77677137c92d" providerId="AD" clId="Web-{4C2114A6-AC95-8C90-EF08-6F787DF1681D}" dt="2025-04-14T09:01:08.843" v="0"/>
        <pc:sldMasterMkLst>
          <pc:docMk/>
          <pc:sldMasterMk cId="1981802613" sldId="2147483648"/>
        </pc:sldMasterMkLst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853377901" sldId="2147483678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2515283325" sldId="2147483679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3187705239" sldId="2147483685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257099396" sldId="2147483686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1655458385" sldId="2147483688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1520587897" sldId="2147483689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1163424858" sldId="2147483690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4116371097" sldId="2147483691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3981678473" sldId="2147483692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2088834708" sldId="2147483697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2249216229" sldId="2147483698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3299310129" sldId="2147483699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2740962886" sldId="2147483700"/>
          </pc:sldLayoutMkLst>
        </pc:sldLayoutChg>
        <pc:sldLayoutChg chg="add">
          <pc:chgData name="KACULI RICHARD" userId="S::s1125047_pm.univpm.it#ext#@engit.onmicrosoft.com::34ab71e2-9a5a-4c31-9ae9-77677137c92d" providerId="AD" clId="Web-{4C2114A6-AC95-8C90-EF08-6F787DF1681D}" dt="2025-04-14T09:01:08.843" v="0"/>
          <pc:sldLayoutMkLst>
            <pc:docMk/>
            <pc:sldMasterMk cId="1981802613" sldId="2147483648"/>
            <pc:sldLayoutMk cId="1455271191" sldId="2147483701"/>
          </pc:sldLayoutMkLst>
        </pc:sldLayoutChg>
      </pc:sldMasterChg>
    </pc:docChg>
  </pc:docChgLst>
  <pc:docChgLst>
    <pc:chgData name="Luca Vitale" userId="33d0d086-8ea6-4510-b5fe-c8d156368f9b" providerId="ADAL" clId="{1054652B-F22C-4231-B5FF-48996AD8E1EB}"/>
    <pc:docChg chg="undo redo custSel addSld delSld modSld sldOrd">
      <pc:chgData name="Luca Vitale" userId="33d0d086-8ea6-4510-b5fe-c8d156368f9b" providerId="ADAL" clId="{1054652B-F22C-4231-B5FF-48996AD8E1EB}" dt="2024-12-19T09:43:31.290" v="2483" actId="20577"/>
      <pc:docMkLst>
        <pc:docMk/>
      </pc:docMkLst>
      <pc:sldChg chg="addSp delSp modSp mod">
        <pc:chgData name="Luca Vitale" userId="33d0d086-8ea6-4510-b5fe-c8d156368f9b" providerId="ADAL" clId="{1054652B-F22C-4231-B5FF-48996AD8E1EB}" dt="2024-12-18T14:44:39.956" v="1779" actId="20577"/>
        <pc:sldMkLst>
          <pc:docMk/>
          <pc:sldMk cId="1468833486" sldId="260"/>
        </pc:sldMkLst>
      </pc:sldChg>
      <pc:sldChg chg="addSp modSp mod">
        <pc:chgData name="Luca Vitale" userId="33d0d086-8ea6-4510-b5fe-c8d156368f9b" providerId="ADAL" clId="{1054652B-F22C-4231-B5FF-48996AD8E1EB}" dt="2024-12-12T13:59:01.321" v="445" actId="20577"/>
        <pc:sldMkLst>
          <pc:docMk/>
          <pc:sldMk cId="2466714589" sldId="293"/>
        </pc:sldMkLst>
      </pc:sldChg>
      <pc:sldChg chg="modSp mod">
        <pc:chgData name="Luca Vitale" userId="33d0d086-8ea6-4510-b5fe-c8d156368f9b" providerId="ADAL" clId="{1054652B-F22C-4231-B5FF-48996AD8E1EB}" dt="2024-12-12T11:31:19.183" v="325" actId="20577"/>
        <pc:sldMkLst>
          <pc:docMk/>
          <pc:sldMk cId="3545633599" sldId="294"/>
        </pc:sldMkLst>
      </pc:sldChg>
      <pc:sldChg chg="addSp modSp mod">
        <pc:chgData name="Luca Vitale" userId="33d0d086-8ea6-4510-b5fe-c8d156368f9b" providerId="ADAL" clId="{1054652B-F22C-4231-B5FF-48996AD8E1EB}" dt="2024-12-12T13:58:57.628" v="444" actId="20577"/>
        <pc:sldMkLst>
          <pc:docMk/>
          <pc:sldMk cId="780611786" sldId="295"/>
        </pc:sldMkLst>
      </pc:sldChg>
      <pc:sldChg chg="modSp del mod">
        <pc:chgData name="Luca Vitale" userId="33d0d086-8ea6-4510-b5fe-c8d156368f9b" providerId="ADAL" clId="{1054652B-F22C-4231-B5FF-48996AD8E1EB}" dt="2024-12-12T13:48:32.826" v="343" actId="2696"/>
        <pc:sldMkLst>
          <pc:docMk/>
          <pc:sldMk cId="3912028974" sldId="296"/>
        </pc:sldMkLst>
      </pc:sldChg>
      <pc:sldChg chg="modSp mod">
        <pc:chgData name="Luca Vitale" userId="33d0d086-8ea6-4510-b5fe-c8d156368f9b" providerId="ADAL" clId="{1054652B-F22C-4231-B5FF-48996AD8E1EB}" dt="2024-12-13T13:40:42.812" v="666" actId="20577"/>
        <pc:sldMkLst>
          <pc:docMk/>
          <pc:sldMk cId="1367415864" sldId="297"/>
        </pc:sldMkLst>
      </pc:sldChg>
      <pc:sldChg chg="modSp mod ord">
        <pc:chgData name="Luca Vitale" userId="33d0d086-8ea6-4510-b5fe-c8d156368f9b" providerId="ADAL" clId="{1054652B-F22C-4231-B5FF-48996AD8E1EB}" dt="2024-12-19T09:43:31.290" v="2483" actId="20577"/>
        <pc:sldMkLst>
          <pc:docMk/>
          <pc:sldMk cId="258124861" sldId="298"/>
        </pc:sldMkLst>
      </pc:sldChg>
      <pc:sldChg chg="del">
        <pc:chgData name="Luca Vitale" userId="33d0d086-8ea6-4510-b5fe-c8d156368f9b" providerId="ADAL" clId="{1054652B-F22C-4231-B5FF-48996AD8E1EB}" dt="2024-12-11T16:39:14.088" v="150" actId="2696"/>
        <pc:sldMkLst>
          <pc:docMk/>
          <pc:sldMk cId="2230798588" sldId="299"/>
        </pc:sldMkLst>
      </pc:sldChg>
      <pc:sldChg chg="addSp modSp mod">
        <pc:chgData name="Luca Vitale" userId="33d0d086-8ea6-4510-b5fe-c8d156368f9b" providerId="ADAL" clId="{1054652B-F22C-4231-B5FF-48996AD8E1EB}" dt="2024-12-18T15:08:57.048" v="2291" actId="20577"/>
        <pc:sldMkLst>
          <pc:docMk/>
          <pc:sldMk cId="2297800080" sldId="300"/>
        </pc:sldMkLst>
      </pc:sldChg>
      <pc:sldChg chg="delSp mod">
        <pc:chgData name="Luca Vitale" userId="33d0d086-8ea6-4510-b5fe-c8d156368f9b" providerId="ADAL" clId="{1054652B-F22C-4231-B5FF-48996AD8E1EB}" dt="2024-12-13T15:09:57.416" v="924" actId="478"/>
        <pc:sldMkLst>
          <pc:docMk/>
          <pc:sldMk cId="3011460605" sldId="301"/>
        </pc:sldMkLst>
      </pc:sldChg>
      <pc:sldChg chg="modSp del mod">
        <pc:chgData name="Luca Vitale" userId="33d0d086-8ea6-4510-b5fe-c8d156368f9b" providerId="ADAL" clId="{1054652B-F22C-4231-B5FF-48996AD8E1EB}" dt="2024-12-11T16:11:42.302" v="58" actId="2696"/>
        <pc:sldMkLst>
          <pc:docMk/>
          <pc:sldMk cId="951600674" sldId="302"/>
        </pc:sldMkLst>
      </pc:sldChg>
      <pc:sldChg chg="modSp del mod">
        <pc:chgData name="Luca Vitale" userId="33d0d086-8ea6-4510-b5fe-c8d156368f9b" providerId="ADAL" clId="{1054652B-F22C-4231-B5FF-48996AD8E1EB}" dt="2024-12-11T16:20:51.191" v="144" actId="2696"/>
        <pc:sldMkLst>
          <pc:docMk/>
          <pc:sldMk cId="4048459569" sldId="303"/>
        </pc:sldMkLst>
      </pc:sldChg>
      <pc:sldChg chg="addSp modSp add mod">
        <pc:chgData name="Luca Vitale" userId="33d0d086-8ea6-4510-b5fe-c8d156368f9b" providerId="ADAL" clId="{1054652B-F22C-4231-B5FF-48996AD8E1EB}" dt="2024-12-12T13:49:35.092" v="348" actId="108"/>
        <pc:sldMkLst>
          <pc:docMk/>
          <pc:sldMk cId="3034473941" sldId="304"/>
        </pc:sldMkLst>
      </pc:sldChg>
      <pc:sldChg chg="add del">
        <pc:chgData name="Luca Vitale" userId="33d0d086-8ea6-4510-b5fe-c8d156368f9b" providerId="ADAL" clId="{1054652B-F22C-4231-B5FF-48996AD8E1EB}" dt="2024-12-11T16:20:48.384" v="143" actId="2696"/>
        <pc:sldMkLst>
          <pc:docMk/>
          <pc:sldMk cId="2944399457" sldId="305"/>
        </pc:sldMkLst>
      </pc:sldChg>
      <pc:sldChg chg="addSp modSp add mod">
        <pc:chgData name="Luca Vitale" userId="33d0d086-8ea6-4510-b5fe-c8d156368f9b" providerId="ADAL" clId="{1054652B-F22C-4231-B5FF-48996AD8E1EB}" dt="2024-12-16T13:44:57.094" v="1183" actId="20577"/>
        <pc:sldMkLst>
          <pc:docMk/>
          <pc:sldMk cId="87196284" sldId="306"/>
        </pc:sldMkLst>
      </pc:sldChg>
      <pc:sldChg chg="addSp delSp modSp new mod setBg">
        <pc:chgData name="Luca Vitale" userId="33d0d086-8ea6-4510-b5fe-c8d156368f9b" providerId="ADAL" clId="{1054652B-F22C-4231-B5FF-48996AD8E1EB}" dt="2024-12-17T14:56:03.846" v="1695" actId="14100"/>
        <pc:sldMkLst>
          <pc:docMk/>
          <pc:sldMk cId="1348157557" sldId="307"/>
        </pc:sldMkLst>
      </pc:sldChg>
      <pc:sldChg chg="addSp delSp modSp add del mod">
        <pc:chgData name="Luca Vitale" userId="33d0d086-8ea6-4510-b5fe-c8d156368f9b" providerId="ADAL" clId="{1054652B-F22C-4231-B5FF-48996AD8E1EB}" dt="2024-12-13T15:26:10.547" v="935" actId="2696"/>
        <pc:sldMkLst>
          <pc:docMk/>
          <pc:sldMk cId="2090446436" sldId="308"/>
        </pc:sldMkLst>
      </pc:sldChg>
      <pc:sldChg chg="modSp add mod">
        <pc:chgData name="Luca Vitale" userId="33d0d086-8ea6-4510-b5fe-c8d156368f9b" providerId="ADAL" clId="{1054652B-F22C-4231-B5FF-48996AD8E1EB}" dt="2024-12-13T13:55:58.966" v="677" actId="20577"/>
        <pc:sldMkLst>
          <pc:docMk/>
          <pc:sldMk cId="417597421" sldId="309"/>
        </pc:sldMkLst>
      </pc:sldChg>
      <pc:sldChg chg="modSp add mod replId">
        <pc:chgData name="Luca Vitale" userId="33d0d086-8ea6-4510-b5fe-c8d156368f9b" providerId="ADAL" clId="{1054652B-F22C-4231-B5FF-48996AD8E1EB}" dt="2024-12-18T14:54:25.725" v="1924" actId="113"/>
        <pc:sldMkLst>
          <pc:docMk/>
          <pc:sldMk cId="4069037681" sldId="310"/>
        </pc:sldMkLst>
      </pc:sldChg>
      <pc:sldChg chg="addSp delSp modSp add mod replId">
        <pc:chgData name="Luca Vitale" userId="33d0d086-8ea6-4510-b5fe-c8d156368f9b" providerId="ADAL" clId="{1054652B-F22C-4231-B5FF-48996AD8E1EB}" dt="2024-12-18T14:55:56.204" v="2010" actId="313"/>
        <pc:sldMkLst>
          <pc:docMk/>
          <pc:sldMk cId="2027492186" sldId="311"/>
        </pc:sldMkLst>
      </pc:sldChg>
      <pc:sldChg chg="add del">
        <pc:chgData name="Luca Vitale" userId="33d0d086-8ea6-4510-b5fe-c8d156368f9b" providerId="ADAL" clId="{1054652B-F22C-4231-B5FF-48996AD8E1EB}" dt="2024-12-13T14:34:16.286" v="794" actId="2696"/>
        <pc:sldMkLst>
          <pc:docMk/>
          <pc:sldMk cId="698108755" sldId="312"/>
        </pc:sldMkLst>
      </pc:sldChg>
      <pc:sldChg chg="add del">
        <pc:chgData name="Luca Vitale" userId="33d0d086-8ea6-4510-b5fe-c8d156368f9b" providerId="ADAL" clId="{1054652B-F22C-4231-B5FF-48996AD8E1EB}" dt="2024-12-13T14:34:16.286" v="794" actId="2696"/>
        <pc:sldMkLst>
          <pc:docMk/>
          <pc:sldMk cId="1858456418" sldId="313"/>
        </pc:sldMkLst>
      </pc:sldChg>
      <pc:sldChg chg="modSp add mod ord">
        <pc:chgData name="Luca Vitale" userId="33d0d086-8ea6-4510-b5fe-c8d156368f9b" providerId="ADAL" clId="{1054652B-F22C-4231-B5FF-48996AD8E1EB}" dt="2024-12-13T13:58:39.146" v="715" actId="20577"/>
        <pc:sldMkLst>
          <pc:docMk/>
          <pc:sldMk cId="2690014128" sldId="314"/>
        </pc:sldMkLst>
      </pc:sldChg>
      <pc:sldChg chg="modSp add mod">
        <pc:chgData name="Luca Vitale" userId="33d0d086-8ea6-4510-b5fe-c8d156368f9b" providerId="ADAL" clId="{1054652B-F22C-4231-B5FF-48996AD8E1EB}" dt="2024-12-13T13:59:40.532" v="767" actId="20577"/>
        <pc:sldMkLst>
          <pc:docMk/>
          <pc:sldMk cId="1284297001" sldId="315"/>
        </pc:sldMkLst>
      </pc:sldChg>
      <pc:sldChg chg="addSp delSp modSp add del mod ord">
        <pc:chgData name="Luca Vitale" userId="33d0d086-8ea6-4510-b5fe-c8d156368f9b" providerId="ADAL" clId="{1054652B-F22C-4231-B5FF-48996AD8E1EB}" dt="2024-12-18T16:15:20.602" v="2327" actId="2696"/>
        <pc:sldMkLst>
          <pc:docMk/>
          <pc:sldMk cId="3713848959" sldId="316"/>
        </pc:sldMkLst>
      </pc:sldChg>
      <pc:sldChg chg="addSp delSp modSp add del mod ord">
        <pc:chgData name="Luca Vitale" userId="33d0d086-8ea6-4510-b5fe-c8d156368f9b" providerId="ADAL" clId="{1054652B-F22C-4231-B5FF-48996AD8E1EB}" dt="2024-12-13T15:32:48.457" v="984" actId="2696"/>
        <pc:sldMkLst>
          <pc:docMk/>
          <pc:sldMk cId="2081507454" sldId="317"/>
        </pc:sldMkLst>
      </pc:sldChg>
      <pc:sldChg chg="addSp modSp add mod ord">
        <pc:chgData name="Luca Vitale" userId="33d0d086-8ea6-4510-b5fe-c8d156368f9b" providerId="ADAL" clId="{1054652B-F22C-4231-B5FF-48996AD8E1EB}" dt="2024-12-18T16:21:15.276" v="2467" actId="20577"/>
        <pc:sldMkLst>
          <pc:docMk/>
          <pc:sldMk cId="2247975020" sldId="318"/>
        </pc:sldMkLst>
      </pc:sldChg>
      <pc:sldChg chg="addSp modSp add mod ord">
        <pc:chgData name="Luca Vitale" userId="33d0d086-8ea6-4510-b5fe-c8d156368f9b" providerId="ADAL" clId="{1054652B-F22C-4231-B5FF-48996AD8E1EB}" dt="2024-12-18T15:18:12.797" v="2292" actId="20577"/>
        <pc:sldMkLst>
          <pc:docMk/>
          <pc:sldMk cId="3672181994" sldId="319"/>
        </pc:sldMkLst>
      </pc:sldChg>
      <pc:sldChg chg="modSp new mod">
        <pc:chgData name="Luca Vitale" userId="33d0d086-8ea6-4510-b5fe-c8d156368f9b" providerId="ADAL" clId="{1054652B-F22C-4231-B5FF-48996AD8E1EB}" dt="2024-12-17T14:55:44.892" v="1690"/>
        <pc:sldMkLst>
          <pc:docMk/>
          <pc:sldMk cId="1983004275" sldId="320"/>
        </pc:sldMkLst>
      </pc:sldChg>
    </pc:docChg>
  </pc:docChgLst>
  <pc:docChgLst>
    <pc:chgData name="Vasilis Michalakopoulos" userId="S::vmichalakopoulos_epu.ntua.gr#ext#@engit.onmicrosoft.com::566272d8-7ea5-4342-b3c7-c0d94d6111cd" providerId="AD" clId="Web-{F4B5D260-D238-4191-7FB1-6F5833310969}"/>
    <pc:docChg chg="modSld">
      <pc:chgData name="Vasilis Michalakopoulos" userId="S::vmichalakopoulos_epu.ntua.gr#ext#@engit.onmicrosoft.com::566272d8-7ea5-4342-b3c7-c0d94d6111cd" providerId="AD" clId="Web-{F4B5D260-D238-4191-7FB1-6F5833310969}" dt="2025-05-09T16:20:19.565" v="127" actId="20577"/>
      <pc:docMkLst>
        <pc:docMk/>
      </pc:docMkLst>
      <pc:sldChg chg="modSp">
        <pc:chgData name="Vasilis Michalakopoulos" userId="S::vmichalakopoulos_epu.ntua.gr#ext#@engit.onmicrosoft.com::566272d8-7ea5-4342-b3c7-c0d94d6111cd" providerId="AD" clId="Web-{F4B5D260-D238-4191-7FB1-6F5833310969}" dt="2025-05-09T16:20:19.565" v="127" actId="20577"/>
        <pc:sldMkLst>
          <pc:docMk/>
          <pc:sldMk cId="2552690237" sldId="2147471335"/>
        </pc:sldMkLst>
        <pc:spChg chg="mod">
          <ac:chgData name="Vasilis Michalakopoulos" userId="S::vmichalakopoulos_epu.ntua.gr#ext#@engit.onmicrosoft.com::566272d8-7ea5-4342-b3c7-c0d94d6111cd" providerId="AD" clId="Web-{F4B5D260-D238-4191-7FB1-6F5833310969}" dt="2025-05-09T16:20:19.565" v="127" actId="20577"/>
          <ac:spMkLst>
            <pc:docMk/>
            <pc:sldMk cId="2552690237" sldId="2147471335"/>
            <ac:spMk id="3" creationId="{D5D0CF6F-8DCD-C3E5-948B-B345FA704ADB}"/>
          </ac:spMkLst>
        </pc:spChg>
      </pc:sldChg>
    </pc:docChg>
  </pc:docChgLst>
  <pc:docChgLst>
    <pc:chgData name="KACULI RICHARD" userId="S::s1125047_pm.univpm.it#ext#@engit.onmicrosoft.com::34ab71e2-9a5a-4c31-9ae9-77677137c92d" providerId="AD" clId="Web-{FFB84BDD-9388-4E2A-775E-D8DA6370271D}"/>
    <pc:docChg chg="addSld delSld modSld">
      <pc:chgData name="KACULI RICHARD" userId="S::s1125047_pm.univpm.it#ext#@engit.onmicrosoft.com::34ab71e2-9a5a-4c31-9ae9-77677137c92d" providerId="AD" clId="Web-{FFB84BDD-9388-4E2A-775E-D8DA6370271D}" dt="2025-02-07T09:27:20.230" v="2" actId="20577"/>
      <pc:docMkLst>
        <pc:docMk/>
      </pc:docMkLst>
      <pc:sldChg chg="del">
        <pc:chgData name="KACULI RICHARD" userId="S::s1125047_pm.univpm.it#ext#@engit.onmicrosoft.com::34ab71e2-9a5a-4c31-9ae9-77677137c92d" providerId="AD" clId="Web-{FFB84BDD-9388-4E2A-775E-D8DA6370271D}" dt="2025-02-07T09:26:19.900" v="1"/>
        <pc:sldMkLst>
          <pc:docMk/>
          <pc:sldMk cId="1468833486" sldId="260"/>
        </pc:sldMkLst>
      </pc:sldChg>
      <pc:sldChg chg="modSp add">
        <pc:chgData name="KACULI RICHARD" userId="S::s1125047_pm.univpm.it#ext#@engit.onmicrosoft.com::34ab71e2-9a5a-4c31-9ae9-77677137c92d" providerId="AD" clId="Web-{FFB84BDD-9388-4E2A-775E-D8DA6370271D}" dt="2025-02-07T09:27:20.230" v="2" actId="20577"/>
        <pc:sldMkLst>
          <pc:docMk/>
          <pc:sldMk cId="3317241927" sldId="332"/>
        </pc:sldMkLst>
      </pc:sldChg>
    </pc:docChg>
  </pc:docChgLst>
  <pc:docChgLst>
    <pc:chgData name="Alessandro Rossi" userId="9b5cfb7c-2a9d-4075-b409-735b6d606b81" providerId="ADAL" clId="{33B994B8-8F07-46DB-AAD7-FDA31DCBA449}"/>
    <pc:docChg chg="undo custSel addSld delSld modSld sldOrd">
      <pc:chgData name="Alessandro Rossi" userId="9b5cfb7c-2a9d-4075-b409-735b6d606b81" providerId="ADAL" clId="{33B994B8-8F07-46DB-AAD7-FDA31DCBA449}" dt="2025-05-10T14:20:51.821" v="974" actId="20577"/>
      <pc:docMkLst>
        <pc:docMk/>
      </pc:docMkLst>
      <pc:sldChg chg="addSp delSp modSp mod modAnim">
        <pc:chgData name="Alessandro Rossi" userId="9b5cfb7c-2a9d-4075-b409-735b6d606b81" providerId="ADAL" clId="{33B994B8-8F07-46DB-AAD7-FDA31DCBA449}" dt="2025-05-10T14:20:51.821" v="974" actId="20577"/>
        <pc:sldMkLst>
          <pc:docMk/>
          <pc:sldMk cId="3981174597" sldId="321"/>
        </pc:sldMkLst>
        <pc:spChg chg="mod">
          <ac:chgData name="Alessandro Rossi" userId="9b5cfb7c-2a9d-4075-b409-735b6d606b81" providerId="ADAL" clId="{33B994B8-8F07-46DB-AAD7-FDA31DCBA449}" dt="2025-05-10T14:20:51.821" v="974" actId="20577"/>
          <ac:spMkLst>
            <pc:docMk/>
            <pc:sldMk cId="3981174597" sldId="321"/>
            <ac:spMk id="3" creationId="{3D0F4088-00BC-CD86-E4C9-9921B5ABF716}"/>
          </ac:spMkLst>
        </pc:spChg>
        <pc:spChg chg="mod">
          <ac:chgData name="Alessandro Rossi" userId="9b5cfb7c-2a9d-4075-b409-735b6d606b81" providerId="ADAL" clId="{33B994B8-8F07-46DB-AAD7-FDA31DCBA449}" dt="2025-05-10T13:54:13.282" v="914" actId="1076"/>
          <ac:spMkLst>
            <pc:docMk/>
            <pc:sldMk cId="3981174597" sldId="321"/>
            <ac:spMk id="11" creationId="{CB18F53B-A082-BF0E-10F8-D6D1FD4AF201}"/>
          </ac:spMkLst>
        </pc:spChg>
        <pc:picChg chg="mod">
          <ac:chgData name="Alessandro Rossi" userId="9b5cfb7c-2a9d-4075-b409-735b6d606b81" providerId="ADAL" clId="{33B994B8-8F07-46DB-AAD7-FDA31DCBA449}" dt="2025-05-10T13:54:06.564" v="913" actId="1076"/>
          <ac:picMkLst>
            <pc:docMk/>
            <pc:sldMk cId="3981174597" sldId="321"/>
            <ac:picMk id="9" creationId="{65045366-BAE0-9D25-1E19-27945E2AC508}"/>
          </ac:picMkLst>
        </pc:picChg>
        <pc:inkChg chg="add del">
          <ac:chgData name="Alessandro Rossi" userId="9b5cfb7c-2a9d-4075-b409-735b6d606b81" providerId="ADAL" clId="{33B994B8-8F07-46DB-AAD7-FDA31DCBA449}" dt="2025-05-10T13:34:31.125" v="659" actId="9405"/>
          <ac:inkMkLst>
            <pc:docMk/>
            <pc:sldMk cId="3981174597" sldId="321"/>
            <ac:inkMk id="4" creationId="{400A681D-2849-EA5D-3349-0D0F7CA9525B}"/>
          </ac:inkMkLst>
        </pc:inkChg>
        <pc:inkChg chg="add del">
          <ac:chgData name="Alessandro Rossi" userId="9b5cfb7c-2a9d-4075-b409-735b6d606b81" providerId="ADAL" clId="{33B994B8-8F07-46DB-AAD7-FDA31DCBA449}" dt="2025-05-10T13:34:39.032" v="661" actId="9405"/>
          <ac:inkMkLst>
            <pc:docMk/>
            <pc:sldMk cId="3981174597" sldId="321"/>
            <ac:inkMk id="7" creationId="{943EDEFB-F353-A8E7-2B9B-3CCB4D27021F}"/>
          </ac:inkMkLst>
        </pc:inkChg>
        <pc:inkChg chg="add del">
          <ac:chgData name="Alessandro Rossi" userId="9b5cfb7c-2a9d-4075-b409-735b6d606b81" providerId="ADAL" clId="{33B994B8-8F07-46DB-AAD7-FDA31DCBA449}" dt="2025-05-10T13:34:56.826" v="663" actId="9405"/>
          <ac:inkMkLst>
            <pc:docMk/>
            <pc:sldMk cId="3981174597" sldId="321"/>
            <ac:inkMk id="8" creationId="{AE954642-E479-3820-FCC8-C3C327C4AD25}"/>
          </ac:inkMkLst>
        </pc:inkChg>
        <pc:inkChg chg="add del">
          <ac:chgData name="Alessandro Rossi" userId="9b5cfb7c-2a9d-4075-b409-735b6d606b81" providerId="ADAL" clId="{33B994B8-8F07-46DB-AAD7-FDA31DCBA449}" dt="2025-05-10T13:35:01.357" v="665" actId="9405"/>
          <ac:inkMkLst>
            <pc:docMk/>
            <pc:sldMk cId="3981174597" sldId="321"/>
            <ac:inkMk id="10" creationId="{F1FED271-9CF5-FE97-3E6E-6F899E60FCB9}"/>
          </ac:inkMkLst>
        </pc:inkChg>
        <pc:inkChg chg="add del">
          <ac:chgData name="Alessandro Rossi" userId="9b5cfb7c-2a9d-4075-b409-735b6d606b81" providerId="ADAL" clId="{33B994B8-8F07-46DB-AAD7-FDA31DCBA449}" dt="2025-05-10T13:35:12.771" v="667" actId="9405"/>
          <ac:inkMkLst>
            <pc:docMk/>
            <pc:sldMk cId="3981174597" sldId="321"/>
            <ac:inkMk id="12" creationId="{BBF014A9-FC52-4949-4C2E-A1F32804F0FF}"/>
          </ac:inkMkLst>
        </pc:inkChg>
        <pc:inkChg chg="add mod">
          <ac:chgData name="Alessandro Rossi" userId="9b5cfb7c-2a9d-4075-b409-735b6d606b81" providerId="ADAL" clId="{33B994B8-8F07-46DB-AAD7-FDA31DCBA449}" dt="2025-05-10T14:18:06.536" v="957" actId="1076"/>
          <ac:inkMkLst>
            <pc:docMk/>
            <pc:sldMk cId="3981174597" sldId="321"/>
            <ac:inkMk id="13" creationId="{D98DFFDB-F1F4-654E-D727-069F071582F2}"/>
          </ac:inkMkLst>
        </pc:inkChg>
      </pc:sldChg>
      <pc:sldChg chg="modSp mod">
        <pc:chgData name="Alessandro Rossi" userId="9b5cfb7c-2a9d-4075-b409-735b6d606b81" providerId="ADAL" clId="{33B994B8-8F07-46DB-AAD7-FDA31DCBA449}" dt="2025-05-10T13:50:00.299" v="812" actId="20577"/>
        <pc:sldMkLst>
          <pc:docMk/>
          <pc:sldMk cId="2007081576" sldId="2147471305"/>
        </pc:sldMkLst>
        <pc:spChg chg="mod">
          <ac:chgData name="Alessandro Rossi" userId="9b5cfb7c-2a9d-4075-b409-735b6d606b81" providerId="ADAL" clId="{33B994B8-8F07-46DB-AAD7-FDA31DCBA449}" dt="2025-05-10T00:50:31.840" v="275" actId="20577"/>
          <ac:spMkLst>
            <pc:docMk/>
            <pc:sldMk cId="2007081576" sldId="2147471305"/>
            <ac:spMk id="2" creationId="{5D89F572-ECCB-67E1-6D2D-FD8229772973}"/>
          </ac:spMkLst>
        </pc:spChg>
        <pc:spChg chg="mod">
          <ac:chgData name="Alessandro Rossi" userId="9b5cfb7c-2a9d-4075-b409-735b6d606b81" providerId="ADAL" clId="{33B994B8-8F07-46DB-AAD7-FDA31DCBA449}" dt="2025-05-10T13:50:00.299" v="812" actId="20577"/>
          <ac:spMkLst>
            <pc:docMk/>
            <pc:sldMk cId="2007081576" sldId="2147471305"/>
            <ac:spMk id="3" creationId="{74530BF5-52A1-54F6-0A40-DBF4EB8FDF92}"/>
          </ac:spMkLst>
        </pc:spChg>
      </pc:sldChg>
      <pc:sldChg chg="addSp delSp modSp mod">
        <pc:chgData name="Alessandro Rossi" userId="9b5cfb7c-2a9d-4075-b409-735b6d606b81" providerId="ADAL" clId="{33B994B8-8F07-46DB-AAD7-FDA31DCBA449}" dt="2025-05-10T13:51:11.883" v="816" actId="478"/>
        <pc:sldMkLst>
          <pc:docMk/>
          <pc:sldMk cId="148271088" sldId="2147471347"/>
        </pc:sldMkLst>
        <pc:spChg chg="mod">
          <ac:chgData name="Alessandro Rossi" userId="9b5cfb7c-2a9d-4075-b409-735b6d606b81" providerId="ADAL" clId="{33B994B8-8F07-46DB-AAD7-FDA31DCBA449}" dt="2025-05-10T13:47:20.803" v="783"/>
          <ac:spMkLst>
            <pc:docMk/>
            <pc:sldMk cId="148271088" sldId="2147471347"/>
            <ac:spMk id="2" creationId="{BFD3A5D5-20C1-AA40-F7AE-273512E9173E}"/>
          </ac:spMkLst>
        </pc:spChg>
        <pc:spChg chg="del mod">
          <ac:chgData name="Alessandro Rossi" userId="9b5cfb7c-2a9d-4075-b409-735b6d606b81" providerId="ADAL" clId="{33B994B8-8F07-46DB-AAD7-FDA31DCBA449}" dt="2025-05-10T13:50:49.025" v="815" actId="478"/>
          <ac:spMkLst>
            <pc:docMk/>
            <pc:sldMk cId="148271088" sldId="2147471347"/>
            <ac:spMk id="3" creationId="{193BF5AD-0739-C921-4517-93D4C7B54B3B}"/>
          </ac:spMkLst>
        </pc:spChg>
        <pc:spChg chg="add del mod">
          <ac:chgData name="Alessandro Rossi" userId="9b5cfb7c-2a9d-4075-b409-735b6d606b81" providerId="ADAL" clId="{33B994B8-8F07-46DB-AAD7-FDA31DCBA449}" dt="2025-05-10T13:48:34.358" v="796" actId="478"/>
          <ac:spMkLst>
            <pc:docMk/>
            <pc:sldMk cId="148271088" sldId="2147471347"/>
            <ac:spMk id="5" creationId="{995DF6D7-19D5-13E3-6054-53C6040F444C}"/>
          </ac:spMkLst>
        </pc:spChg>
        <pc:spChg chg="mod">
          <ac:chgData name="Alessandro Rossi" userId="9b5cfb7c-2a9d-4075-b409-735b6d606b81" providerId="ADAL" clId="{33B994B8-8F07-46DB-AAD7-FDA31DCBA449}" dt="2025-05-10T13:46:06.016" v="779" actId="20577"/>
          <ac:spMkLst>
            <pc:docMk/>
            <pc:sldMk cId="148271088" sldId="2147471347"/>
            <ac:spMk id="6" creationId="{F908269D-06B0-5B49-56E1-3A179A07BA32}"/>
          </ac:spMkLst>
        </pc:spChg>
        <pc:spChg chg="add mod">
          <ac:chgData name="Alessandro Rossi" userId="9b5cfb7c-2a9d-4075-b409-735b6d606b81" providerId="ADAL" clId="{33B994B8-8F07-46DB-AAD7-FDA31DCBA449}" dt="2025-05-10T13:48:12.334" v="789"/>
          <ac:spMkLst>
            <pc:docMk/>
            <pc:sldMk cId="148271088" sldId="2147471347"/>
            <ac:spMk id="7" creationId="{303384CE-D9B0-A8F5-95D3-F34F92B0A351}"/>
          </ac:spMkLst>
        </pc:spChg>
        <pc:spChg chg="add mod">
          <ac:chgData name="Alessandro Rossi" userId="9b5cfb7c-2a9d-4075-b409-735b6d606b81" providerId="ADAL" clId="{33B994B8-8F07-46DB-AAD7-FDA31DCBA449}" dt="2025-05-10T13:50:43.020" v="814" actId="1076"/>
          <ac:spMkLst>
            <pc:docMk/>
            <pc:sldMk cId="148271088" sldId="2147471347"/>
            <ac:spMk id="8" creationId="{F8CCC5F1-8D8F-1B12-8BF7-050C1DB052DA}"/>
          </ac:spMkLst>
        </pc:spChg>
        <pc:spChg chg="add del mod">
          <ac:chgData name="Alessandro Rossi" userId="9b5cfb7c-2a9d-4075-b409-735b6d606b81" providerId="ADAL" clId="{33B994B8-8F07-46DB-AAD7-FDA31DCBA449}" dt="2025-05-10T13:51:11.883" v="816" actId="478"/>
          <ac:spMkLst>
            <pc:docMk/>
            <pc:sldMk cId="148271088" sldId="2147471347"/>
            <ac:spMk id="10" creationId="{D29C2DFF-9D45-F680-79B4-50D92E52BAA0}"/>
          </ac:spMkLst>
        </pc:spChg>
      </pc:sldChg>
      <pc:sldChg chg="addSp modSp mod ord">
        <pc:chgData name="Alessandro Rossi" userId="9b5cfb7c-2a9d-4075-b409-735b6d606b81" providerId="ADAL" clId="{33B994B8-8F07-46DB-AAD7-FDA31DCBA449}" dt="2025-05-10T00:48:29.430" v="145" actId="313"/>
        <pc:sldMkLst>
          <pc:docMk/>
          <pc:sldMk cId="1329479498" sldId="2147471348"/>
        </pc:sldMkLst>
        <pc:spChg chg="mod">
          <ac:chgData name="Alessandro Rossi" userId="9b5cfb7c-2a9d-4075-b409-735b6d606b81" providerId="ADAL" clId="{33B994B8-8F07-46DB-AAD7-FDA31DCBA449}" dt="2025-05-10T00:48:29.430" v="145" actId="313"/>
          <ac:spMkLst>
            <pc:docMk/>
            <pc:sldMk cId="1329479498" sldId="2147471348"/>
            <ac:spMk id="3" creationId="{B043753E-DD53-BDDA-7947-B63F00F47572}"/>
          </ac:spMkLst>
        </pc:spChg>
        <pc:picChg chg="add mod">
          <ac:chgData name="Alessandro Rossi" userId="9b5cfb7c-2a9d-4075-b409-735b6d606b81" providerId="ADAL" clId="{33B994B8-8F07-46DB-AAD7-FDA31DCBA449}" dt="2025-05-10T00:45:12.356" v="3" actId="14100"/>
          <ac:picMkLst>
            <pc:docMk/>
            <pc:sldMk cId="1329479498" sldId="2147471348"/>
            <ac:picMk id="7" creationId="{F4690819-B7B5-B95F-9655-EC047E7D3830}"/>
          </ac:picMkLst>
        </pc:picChg>
      </pc:sldChg>
      <pc:sldChg chg="modSp add mod">
        <pc:chgData name="Alessandro Rossi" userId="9b5cfb7c-2a9d-4075-b409-735b6d606b81" providerId="ADAL" clId="{33B994B8-8F07-46DB-AAD7-FDA31DCBA449}" dt="2025-05-10T00:48:05.584" v="129" actId="20577"/>
        <pc:sldMkLst>
          <pc:docMk/>
          <pc:sldMk cId="63440899" sldId="2147471349"/>
        </pc:sldMkLst>
        <pc:spChg chg="mod">
          <ac:chgData name="Alessandro Rossi" userId="9b5cfb7c-2a9d-4075-b409-735b6d606b81" providerId="ADAL" clId="{33B994B8-8F07-46DB-AAD7-FDA31DCBA449}" dt="2025-05-10T00:48:05.584" v="129" actId="20577"/>
          <ac:spMkLst>
            <pc:docMk/>
            <pc:sldMk cId="63440899" sldId="2147471349"/>
            <ac:spMk id="2" creationId="{5AE5706A-E831-25DC-E448-E6D285FBFF68}"/>
          </ac:spMkLst>
        </pc:spChg>
      </pc:sldChg>
      <pc:sldChg chg="add del">
        <pc:chgData name="Alessandro Rossi" userId="9b5cfb7c-2a9d-4075-b409-735b6d606b81" providerId="ADAL" clId="{33B994B8-8F07-46DB-AAD7-FDA31DCBA449}" dt="2025-05-10T13:46:03.547" v="775" actId="2890"/>
        <pc:sldMkLst>
          <pc:docMk/>
          <pc:sldMk cId="963309690" sldId="2147471350"/>
        </pc:sldMkLst>
      </pc:sldChg>
    </pc:docChg>
  </pc:docChgLst>
  <pc:docChgLst>
    <pc:chgData name="Giannis Papias" userId="dbbb08e7-14e4-435b-b02a-53ba05ab698c" providerId="ADAL" clId="{966CF81E-3D65-9243-8F16-31D0550E2E01}"/>
    <pc:docChg chg="undo custSel modSld">
      <pc:chgData name="Giannis Papias" userId="dbbb08e7-14e4-435b-b02a-53ba05ab698c" providerId="ADAL" clId="{966CF81E-3D65-9243-8F16-31D0550E2E01}" dt="2025-05-09T14:43:26.307" v="121" actId="20577"/>
      <pc:docMkLst>
        <pc:docMk/>
      </pc:docMkLst>
      <pc:sldChg chg="modSp mod">
        <pc:chgData name="Giannis Papias" userId="dbbb08e7-14e4-435b-b02a-53ba05ab698c" providerId="ADAL" clId="{966CF81E-3D65-9243-8F16-31D0550E2E01}" dt="2025-05-09T14:43:26.307" v="121" actId="20577"/>
        <pc:sldMkLst>
          <pc:docMk/>
          <pc:sldMk cId="69776086" sldId="2147471336"/>
        </pc:sldMkLst>
        <pc:spChg chg="mod">
          <ac:chgData name="Giannis Papias" userId="dbbb08e7-14e4-435b-b02a-53ba05ab698c" providerId="ADAL" clId="{966CF81E-3D65-9243-8F16-31D0550E2E01}" dt="2025-05-09T14:43:26.307" v="121" actId="20577"/>
          <ac:spMkLst>
            <pc:docMk/>
            <pc:sldMk cId="69776086" sldId="2147471336"/>
            <ac:spMk id="3" creationId="{DC67E934-2889-227D-11C6-CE5C8AA44660}"/>
          </ac:spMkLst>
        </pc:spChg>
      </pc:sldChg>
    </pc:docChg>
  </pc:docChgLst>
  <pc:docChgLst>
    <pc:chgData name="Lorenzo Cristofori" userId="S::lorenzo.cristofori@eng.it::dffa08c3-d425-4af5-be88-b2ed23a3bf6c" providerId="AD" clId="Web-{7343D34C-0556-3CD6-DE05-C1E1271583BC}"/>
    <pc:docChg chg="addSld modSld">
      <pc:chgData name="Lorenzo Cristofori" userId="S::lorenzo.cristofori@eng.it::dffa08c3-d425-4af5-be88-b2ed23a3bf6c" providerId="AD" clId="Web-{7343D34C-0556-3CD6-DE05-C1E1271583BC}" dt="2024-12-11T16:04:27.379" v="2269" actId="20577"/>
      <pc:docMkLst>
        <pc:docMk/>
      </pc:docMkLst>
      <pc:sldChg chg="modSp">
        <pc:chgData name="Lorenzo Cristofori" userId="S::lorenzo.cristofori@eng.it::dffa08c3-d425-4af5-be88-b2ed23a3bf6c" providerId="AD" clId="Web-{7343D34C-0556-3CD6-DE05-C1E1271583BC}" dt="2024-12-11T15:56:43.178" v="1299" actId="20577"/>
        <pc:sldMkLst>
          <pc:docMk/>
          <pc:sldMk cId="951600674" sldId="302"/>
        </pc:sldMkLst>
      </pc:sldChg>
      <pc:sldChg chg="addSp modSp add replId">
        <pc:chgData name="Lorenzo Cristofori" userId="S::lorenzo.cristofori@eng.it::dffa08c3-d425-4af5-be88-b2ed23a3bf6c" providerId="AD" clId="Web-{7343D34C-0556-3CD6-DE05-C1E1271583BC}" dt="2024-12-11T16:04:27.379" v="2269" actId="20577"/>
        <pc:sldMkLst>
          <pc:docMk/>
          <pc:sldMk cId="4048459569" sldId="303"/>
        </pc:sldMkLst>
      </pc:sldChg>
    </pc:docChg>
  </pc:docChgLst>
  <pc:docChgLst>
    <pc:chgData name="Zoi Mylona" userId="S::zmylona_heron.gr#ext#@engit.onmicrosoft.com::0905b751-48b4-4932-8ebd-a5dd04eaa95c" providerId="AD" clId="Web-{095355AD-CC74-9218-F616-B8FC2CCC8C17}"/>
    <pc:docChg chg="modSld">
      <pc:chgData name="Zoi Mylona" userId="S::zmylona_heron.gr#ext#@engit.onmicrosoft.com::0905b751-48b4-4932-8ebd-a5dd04eaa95c" providerId="AD" clId="Web-{095355AD-CC74-9218-F616-B8FC2CCC8C17}" dt="2025-05-12T07:47:06.430" v="196" actId="20577"/>
      <pc:docMkLst>
        <pc:docMk/>
      </pc:docMkLst>
      <pc:sldChg chg="modSp">
        <pc:chgData name="Zoi Mylona" userId="S::zmylona_heron.gr#ext#@engit.onmicrosoft.com::0905b751-48b4-4932-8ebd-a5dd04eaa95c" providerId="AD" clId="Web-{095355AD-CC74-9218-F616-B8FC2CCC8C17}" dt="2025-05-12T07:47:06.430" v="196" actId="20577"/>
        <pc:sldMkLst>
          <pc:docMk/>
          <pc:sldMk cId="749927350" sldId="2147471337"/>
        </pc:sldMkLst>
        <pc:spChg chg="mod">
          <ac:chgData name="Zoi Mylona" userId="S::zmylona_heron.gr#ext#@engit.onmicrosoft.com::0905b751-48b4-4932-8ebd-a5dd04eaa95c" providerId="AD" clId="Web-{095355AD-CC74-9218-F616-B8FC2CCC8C17}" dt="2025-05-12T07:47:06.430" v="196" actId="20577"/>
          <ac:spMkLst>
            <pc:docMk/>
            <pc:sldMk cId="749927350" sldId="2147471337"/>
            <ac:spMk id="3" creationId="{1634C7D4-7204-9399-91DA-AD64BA3AEE60}"/>
          </ac:spMkLst>
        </pc:spChg>
      </pc:sldChg>
      <pc:sldChg chg="modSp">
        <pc:chgData name="Zoi Mylona" userId="S::zmylona_heron.gr#ext#@engit.onmicrosoft.com::0905b751-48b4-4932-8ebd-a5dd04eaa95c" providerId="AD" clId="Web-{095355AD-CC74-9218-F616-B8FC2CCC8C17}" dt="2025-05-12T07:44:39.784" v="122" actId="20577"/>
        <pc:sldMkLst>
          <pc:docMk/>
          <pc:sldMk cId="3760195842" sldId="2147471339"/>
        </pc:sldMkLst>
        <pc:spChg chg="mod">
          <ac:chgData name="Zoi Mylona" userId="S::zmylona_heron.gr#ext#@engit.onmicrosoft.com::0905b751-48b4-4932-8ebd-a5dd04eaa95c" providerId="AD" clId="Web-{095355AD-CC74-9218-F616-B8FC2CCC8C17}" dt="2025-05-12T07:44:39.784" v="122" actId="20577"/>
          <ac:spMkLst>
            <pc:docMk/>
            <pc:sldMk cId="3760195842" sldId="2147471339"/>
            <ac:spMk id="3" creationId="{F405428B-9A2D-FFDD-3D71-BDF47118B397}"/>
          </ac:spMkLst>
        </pc:spChg>
      </pc:sldChg>
    </pc:docChg>
  </pc:docChgLst>
  <pc:docChgLst>
    <pc:chgData name="Alessandro Rossi" userId="S::alessandro.rossi@eng.it::9b5cfb7c-2a9d-4075-b409-735b6d606b81" providerId="AD" clId="Web-{5EEE2DC8-E503-4D0E-ADE8-3271AA4E18BF}"/>
    <pc:docChg chg="modSld">
      <pc:chgData name="Alessandro Rossi" userId="S::alessandro.rossi@eng.it::9b5cfb7c-2a9d-4075-b409-735b6d606b81" providerId="AD" clId="Web-{5EEE2DC8-E503-4D0E-ADE8-3271AA4E18BF}" dt="2025-04-11T22:44:28.221" v="0" actId="20577"/>
      <pc:docMkLst>
        <pc:docMk/>
      </pc:docMkLst>
      <pc:sldChg chg="modSp">
        <pc:chgData name="Alessandro Rossi" userId="S::alessandro.rossi@eng.it::9b5cfb7c-2a9d-4075-b409-735b6d606b81" providerId="AD" clId="Web-{5EEE2DC8-E503-4D0E-ADE8-3271AA4E18BF}" dt="2025-04-11T22:44:28.221" v="0" actId="20577"/>
        <pc:sldMkLst>
          <pc:docMk/>
          <pc:sldMk cId="417392188" sldId="292"/>
        </pc:sldMkLst>
        <pc:spChg chg="mod">
          <ac:chgData name="Alessandro Rossi" userId="S::alessandro.rossi@eng.it::9b5cfb7c-2a9d-4075-b409-735b6d606b81" providerId="AD" clId="Web-{5EEE2DC8-E503-4D0E-ADE8-3271AA4E18BF}" dt="2025-04-11T22:44:28.221" v="0" actId="20577"/>
          <ac:spMkLst>
            <pc:docMk/>
            <pc:sldMk cId="417392188" sldId="292"/>
            <ac:spMk id="3" creationId="{FC6B1058-EA5C-FDBC-A0CE-F108F654349A}"/>
          </ac:spMkLst>
        </pc:spChg>
      </pc:sldChg>
    </pc:docChg>
  </pc:docChgLst>
  <pc:docChgLst>
    <pc:chgData name="Alessandro Rossi" userId="S::alessandro.rossi@eng.it::9b5cfb7c-2a9d-4075-b409-735b6d606b81" providerId="AD" clId="Web-{8CB1FA65-9624-5F53-38BF-6B12CF5E4441}"/>
    <pc:docChg chg="addSld modSld sldOrd">
      <pc:chgData name="Alessandro Rossi" userId="S::alessandro.rossi@eng.it::9b5cfb7c-2a9d-4075-b409-735b6d606b81" providerId="AD" clId="Web-{8CB1FA65-9624-5F53-38BF-6B12CF5E4441}" dt="2025-04-11T18:07:09.604" v="388" actId="20577"/>
      <pc:docMkLst>
        <pc:docMk/>
      </pc:docMkLst>
      <pc:sldChg chg="addSp delSp modSp">
        <pc:chgData name="Alessandro Rossi" userId="S::alessandro.rossi@eng.it::9b5cfb7c-2a9d-4075-b409-735b6d606b81" providerId="AD" clId="Web-{8CB1FA65-9624-5F53-38BF-6B12CF5E4441}" dt="2025-04-11T18:07:09.604" v="388" actId="20577"/>
        <pc:sldMkLst>
          <pc:docMk/>
          <pc:sldMk cId="3981174597" sldId="321"/>
        </pc:sldMkLst>
        <pc:spChg chg="mod">
          <ac:chgData name="Alessandro Rossi" userId="S::alessandro.rossi@eng.it::9b5cfb7c-2a9d-4075-b409-735b6d606b81" providerId="AD" clId="Web-{8CB1FA65-9624-5F53-38BF-6B12CF5E4441}" dt="2025-04-11T17:36:40.191" v="84" actId="20577"/>
          <ac:spMkLst>
            <pc:docMk/>
            <pc:sldMk cId="3981174597" sldId="321"/>
            <ac:spMk id="2" creationId="{0EC09F3C-9A32-3153-4138-ECACD198B8CE}"/>
          </ac:spMkLst>
        </pc:spChg>
        <pc:spChg chg="mod">
          <ac:chgData name="Alessandro Rossi" userId="S::alessandro.rossi@eng.it::9b5cfb7c-2a9d-4075-b409-735b6d606b81" providerId="AD" clId="Web-{8CB1FA65-9624-5F53-38BF-6B12CF5E4441}" dt="2025-04-11T18:07:09.604" v="388" actId="20577"/>
          <ac:spMkLst>
            <pc:docMk/>
            <pc:sldMk cId="3981174597" sldId="321"/>
            <ac:spMk id="3" creationId="{3D0F4088-00BC-CD86-E4C9-9921B5ABF716}"/>
          </ac:spMkLst>
        </pc:spChg>
        <pc:spChg chg="add mod">
          <ac:chgData name="Alessandro Rossi" userId="S::alessandro.rossi@eng.it::9b5cfb7c-2a9d-4075-b409-735b6d606b81" providerId="AD" clId="Web-{8CB1FA65-9624-5F53-38BF-6B12CF5E4441}" dt="2025-04-11T17:51:58.429" v="246" actId="1076"/>
          <ac:spMkLst>
            <pc:docMk/>
            <pc:sldMk cId="3981174597" sldId="321"/>
            <ac:spMk id="11" creationId="{CB18F53B-A082-BF0E-10F8-D6D1FD4AF201}"/>
          </ac:spMkLst>
        </pc:spChg>
        <pc:picChg chg="add mod">
          <ac:chgData name="Alessandro Rossi" userId="S::alessandro.rossi@eng.it::9b5cfb7c-2a9d-4075-b409-735b6d606b81" providerId="AD" clId="Web-{8CB1FA65-9624-5F53-38BF-6B12CF5E4441}" dt="2025-04-11T17:52:19.492" v="248" actId="1076"/>
          <ac:picMkLst>
            <pc:docMk/>
            <pc:sldMk cId="3981174597" sldId="321"/>
            <ac:picMk id="9" creationId="{65045366-BAE0-9D25-1E19-27945E2AC508}"/>
          </ac:picMkLst>
        </pc:picChg>
      </pc:sldChg>
      <pc:sldChg chg="modSp">
        <pc:chgData name="Alessandro Rossi" userId="S::alessandro.rossi@eng.it::9b5cfb7c-2a9d-4075-b409-735b6d606b81" providerId="AD" clId="Web-{8CB1FA65-9624-5F53-38BF-6B12CF5E4441}" dt="2025-04-11T17:28:49.184" v="73" actId="1076"/>
        <pc:sldMkLst>
          <pc:docMk/>
          <pc:sldMk cId="3224045048" sldId="336"/>
        </pc:sldMkLst>
      </pc:sldChg>
      <pc:sldChg chg="add mod ord modShow">
        <pc:chgData name="Alessandro Rossi" userId="S::alessandro.rossi@eng.it::9b5cfb7c-2a9d-4075-b409-735b6d606b81" providerId="AD" clId="Web-{8CB1FA65-9624-5F53-38BF-6B12CF5E4441}" dt="2025-04-11T17:53:40.995" v="256"/>
        <pc:sldMkLst>
          <pc:docMk/>
          <pc:sldMk cId="1942889128" sldId="2147471299"/>
        </pc:sldMkLst>
      </pc:sldChg>
      <pc:sldChg chg="add mod ord modShow">
        <pc:chgData name="Alessandro Rossi" userId="S::alessandro.rossi@eng.it::9b5cfb7c-2a9d-4075-b409-735b6d606b81" providerId="AD" clId="Web-{8CB1FA65-9624-5F53-38BF-6B12CF5E4441}" dt="2025-04-11T17:53:41.167" v="257"/>
        <pc:sldMkLst>
          <pc:docMk/>
          <pc:sldMk cId="2583631052" sldId="2147471300"/>
        </pc:sldMkLst>
      </pc:sldChg>
      <pc:sldChg chg="modSp add ord">
        <pc:chgData name="Alessandro Rossi" userId="S::alessandro.rossi@eng.it::9b5cfb7c-2a9d-4075-b409-735b6d606b81" providerId="AD" clId="Web-{8CB1FA65-9624-5F53-38BF-6B12CF5E4441}" dt="2025-04-11T17:29:59.827" v="78" actId="20577"/>
        <pc:sldMkLst>
          <pc:docMk/>
          <pc:sldMk cId="2007081576" sldId="2147471305"/>
        </pc:sldMkLst>
        <pc:spChg chg="mod">
          <ac:chgData name="Alessandro Rossi" userId="S::alessandro.rossi@eng.it::9b5cfb7c-2a9d-4075-b409-735b6d606b81" providerId="AD" clId="Web-{8CB1FA65-9624-5F53-38BF-6B12CF5E4441}" dt="2025-04-11T17:29:59.827" v="78" actId="20577"/>
          <ac:spMkLst>
            <pc:docMk/>
            <pc:sldMk cId="2007081576" sldId="2147471305"/>
            <ac:spMk id="2" creationId="{5D89F572-ECCB-67E1-6D2D-FD8229772973}"/>
          </ac:spMkLst>
        </pc:spChg>
        <pc:spChg chg="mod">
          <ac:chgData name="Alessandro Rossi" userId="S::alessandro.rossi@eng.it::9b5cfb7c-2a9d-4075-b409-735b6d606b81" providerId="AD" clId="Web-{8CB1FA65-9624-5F53-38BF-6B12CF5E4441}" dt="2025-04-11T17:28:04.229" v="69" actId="20577"/>
          <ac:spMkLst>
            <pc:docMk/>
            <pc:sldMk cId="2007081576" sldId="2147471305"/>
            <ac:spMk id="3" creationId="{74530BF5-52A1-54F6-0A40-DBF4EB8FDF92}"/>
          </ac:spMkLst>
        </pc:spChg>
      </pc:sldChg>
      <pc:sldChg chg="add mod ord modShow">
        <pc:chgData name="Alessandro Rossi" userId="S::alessandro.rossi@eng.it::9b5cfb7c-2a9d-4075-b409-735b6d606b81" providerId="AD" clId="Web-{8CB1FA65-9624-5F53-38BF-6B12CF5E4441}" dt="2025-04-11T17:53:41.323" v="258"/>
        <pc:sldMkLst>
          <pc:docMk/>
          <pc:sldMk cId="2778122539" sldId="2147471321"/>
        </pc:sldMkLst>
      </pc:sldChg>
      <pc:sldChg chg="addSp delSp modSp add replId">
        <pc:chgData name="Alessandro Rossi" userId="S::alessandro.rossi@eng.it::9b5cfb7c-2a9d-4075-b409-735b6d606b81" providerId="AD" clId="Web-{8CB1FA65-9624-5F53-38BF-6B12CF5E4441}" dt="2025-04-11T18:06:34.072" v="385" actId="20577"/>
        <pc:sldMkLst>
          <pc:docMk/>
          <pc:sldMk cId="165038680" sldId="2147471322"/>
        </pc:sldMkLst>
      </pc:sldChg>
    </pc:docChg>
  </pc:docChgLst>
  <pc:docChgLst>
    <pc:chgData name="Andrija Goranović" userId="S::andrija.goranovic_ourpower.coop#ext#@engit.onmicrosoft.com::1c1d981b-2427-4681-a8dd-19f948964212" providerId="AD" clId="Web-{7E47E1B2-3A8E-ED6B-A027-DB15C5C53F07}"/>
    <pc:docChg chg="modSld">
      <pc:chgData name="Andrija Goranović" userId="S::andrija.goranovic_ourpower.coop#ext#@engit.onmicrosoft.com::1c1d981b-2427-4681-a8dd-19f948964212" providerId="AD" clId="Web-{7E47E1B2-3A8E-ED6B-A027-DB15C5C53F07}" dt="2025-04-14T12:55:45.047" v="521" actId="20577"/>
      <pc:docMkLst>
        <pc:docMk/>
      </pc:docMkLst>
      <pc:sldChg chg="modSp">
        <pc:chgData name="Andrija Goranović" userId="S::andrija.goranovic_ourpower.coop#ext#@engit.onmicrosoft.com::1c1d981b-2427-4681-a8dd-19f948964212" providerId="AD" clId="Web-{7E47E1B2-3A8E-ED6B-A027-DB15C5C53F07}" dt="2025-04-14T12:48:13.698" v="141" actId="20577"/>
        <pc:sldMkLst>
          <pc:docMk/>
          <pc:sldMk cId="829074869" sldId="341"/>
        </pc:sldMkLst>
      </pc:sldChg>
      <pc:sldChg chg="modSp">
        <pc:chgData name="Andrija Goranović" userId="S::andrija.goranovic_ourpower.coop#ext#@engit.onmicrosoft.com::1c1d981b-2427-4681-a8dd-19f948964212" providerId="AD" clId="Web-{7E47E1B2-3A8E-ED6B-A027-DB15C5C53F07}" dt="2025-04-14T12:55:45.047" v="521" actId="20577"/>
        <pc:sldMkLst>
          <pc:docMk/>
          <pc:sldMk cId="3201004205" sldId="345"/>
        </pc:sldMkLst>
      </pc:sldChg>
    </pc:docChg>
  </pc:docChgLst>
  <pc:docChgLst>
    <pc:chgData name="Blanca Viviana Martínez Carvajal" userId="S::blamar_cartif.es#ext#@engit.onmicrosoft.com::6ab10839-6d15-4a56-99b2-c8252f568c34" providerId="AD" clId="Web-{5C97D7EB-949F-24E0-36C6-400EB8C9FFD1}"/>
    <pc:docChg chg="modSld">
      <pc:chgData name="Blanca Viviana Martínez Carvajal" userId="S::blamar_cartif.es#ext#@engit.onmicrosoft.com::6ab10839-6d15-4a56-99b2-c8252f568c34" providerId="AD" clId="Web-{5C97D7EB-949F-24E0-36C6-400EB8C9FFD1}" dt="2025-05-12T06:19:03.820" v="5" actId="20577"/>
      <pc:docMkLst>
        <pc:docMk/>
      </pc:docMkLst>
      <pc:sldChg chg="modSp">
        <pc:chgData name="Blanca Viviana Martínez Carvajal" userId="S::blamar_cartif.es#ext#@engit.onmicrosoft.com::6ab10839-6d15-4a56-99b2-c8252f568c34" providerId="AD" clId="Web-{5C97D7EB-949F-24E0-36C6-400EB8C9FFD1}" dt="2025-05-12T06:19:03.820" v="5" actId="20577"/>
        <pc:sldMkLst>
          <pc:docMk/>
          <pc:sldMk cId="4253970958" sldId="2147471343"/>
        </pc:sldMkLst>
        <pc:spChg chg="mod">
          <ac:chgData name="Blanca Viviana Martínez Carvajal" userId="S::blamar_cartif.es#ext#@engit.onmicrosoft.com::6ab10839-6d15-4a56-99b2-c8252f568c34" providerId="AD" clId="Web-{5C97D7EB-949F-24E0-36C6-400EB8C9FFD1}" dt="2025-05-12T06:19:03.820" v="5" actId="20577"/>
          <ac:spMkLst>
            <pc:docMk/>
            <pc:sldMk cId="4253970958" sldId="2147471343"/>
            <ac:spMk id="3" creationId="{259CB16F-C1AE-F6EA-5A6E-F4EE523A16C9}"/>
          </ac:spMkLst>
        </pc:spChg>
      </pc:sldChg>
    </pc:docChg>
  </pc:docChgLst>
  <pc:docChgLst>
    <pc:chgData name="KACULI RICHARD" userId="S::s1125047_pm.univpm.it#ext#@engit.onmicrosoft.com::34ab71e2-9a5a-4c31-9ae9-77677137c92d" providerId="AD" clId="Web-{56D0102D-49E2-57C6-9C11-A0A2F6A6A5D4}"/>
    <pc:docChg chg="modSld">
      <pc:chgData name="KACULI RICHARD" userId="S::s1125047_pm.univpm.it#ext#@engit.onmicrosoft.com::34ab71e2-9a5a-4c31-9ae9-77677137c92d" providerId="AD" clId="Web-{56D0102D-49E2-57C6-9C11-A0A2F6A6A5D4}" dt="2025-04-14T12:28:26.201" v="20" actId="20577"/>
      <pc:docMkLst>
        <pc:docMk/>
      </pc:docMkLst>
      <pc:sldChg chg="modSp">
        <pc:chgData name="KACULI RICHARD" userId="S::s1125047_pm.univpm.it#ext#@engit.onmicrosoft.com::34ab71e2-9a5a-4c31-9ae9-77677137c92d" providerId="AD" clId="Web-{56D0102D-49E2-57C6-9C11-A0A2F6A6A5D4}" dt="2025-04-14T12:28:26.201" v="20" actId="20577"/>
        <pc:sldMkLst>
          <pc:docMk/>
          <pc:sldMk cId="1595230947" sldId="2147471323"/>
        </pc:sldMkLst>
      </pc:sldChg>
    </pc:docChg>
  </pc:docChgLst>
  <pc:docChgLst>
    <pc:chgData name="Alessandro Rossi" userId="S::alessandro.rossi@eng.it::9b5cfb7c-2a9d-4075-b409-735b6d606b81" providerId="AD" clId="Web-{37128EAD-838F-8DD2-C4F9-521B4993DAAE}"/>
    <pc:docChg chg="addSld delSld">
      <pc:chgData name="Alessandro Rossi" userId="S::alessandro.rossi@eng.it::9b5cfb7c-2a9d-4075-b409-735b6d606b81" providerId="AD" clId="Web-{37128EAD-838F-8DD2-C4F9-521B4993DAAE}" dt="2025-05-06T12:17:06.640" v="35"/>
      <pc:docMkLst>
        <pc:docMk/>
      </pc:docMkLst>
      <pc:sldChg chg="del">
        <pc:chgData name="Alessandro Rossi" userId="S::alessandro.rossi@eng.it::9b5cfb7c-2a9d-4075-b409-735b6d606b81" providerId="AD" clId="Web-{37128EAD-838F-8DD2-C4F9-521B4993DAAE}" dt="2025-05-06T12:17:06.640" v="35"/>
        <pc:sldMkLst>
          <pc:docMk/>
          <pc:sldMk cId="2466714589" sldId="293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24" v="32"/>
        <pc:sldMkLst>
          <pc:docMk/>
          <pc:sldMk cId="780611786" sldId="295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40" v="34"/>
        <pc:sldMkLst>
          <pc:docMk/>
          <pc:sldMk cId="3034473941" sldId="304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24" v="30"/>
        <pc:sldMkLst>
          <pc:docMk/>
          <pc:sldMk cId="417597421" sldId="309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593" v="21"/>
        <pc:sldMkLst>
          <pc:docMk/>
          <pc:sldMk cId="2690014128" sldId="314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593" v="19"/>
        <pc:sldMkLst>
          <pc:docMk/>
          <pc:sldMk cId="1284297001" sldId="315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24" v="29"/>
        <pc:sldMkLst>
          <pc:docMk/>
          <pc:sldMk cId="3813906078" sldId="337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09" v="28"/>
        <pc:sldMkLst>
          <pc:docMk/>
          <pc:sldMk cId="3136853115" sldId="338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09" v="27"/>
        <pc:sldMkLst>
          <pc:docMk/>
          <pc:sldMk cId="3703270753" sldId="339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09" v="26"/>
        <pc:sldMkLst>
          <pc:docMk/>
          <pc:sldMk cId="1997390562" sldId="340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09" v="25"/>
        <pc:sldMkLst>
          <pc:docMk/>
          <pc:sldMk cId="829074869" sldId="341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09" v="24"/>
        <pc:sldMkLst>
          <pc:docMk/>
          <pc:sldMk cId="1369478375" sldId="342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09" v="23"/>
        <pc:sldMkLst>
          <pc:docMk/>
          <pc:sldMk cId="828912682" sldId="343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593" v="22"/>
        <pc:sldMkLst>
          <pc:docMk/>
          <pc:sldMk cId="450827905" sldId="347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24" v="31"/>
        <pc:sldMkLst>
          <pc:docMk/>
          <pc:sldMk cId="2589481087" sldId="2147471324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624" v="33"/>
        <pc:sldMkLst>
          <pc:docMk/>
          <pc:sldMk cId="297314985" sldId="2147471325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593" v="20"/>
        <pc:sldMkLst>
          <pc:docMk/>
          <pc:sldMk cId="2793898540" sldId="2147471326"/>
        </pc:sldMkLst>
      </pc:sldChg>
      <pc:sldChg chg="del">
        <pc:chgData name="Alessandro Rossi" userId="S::alessandro.rossi@eng.it::9b5cfb7c-2a9d-4075-b409-735b6d606b81" providerId="AD" clId="Web-{37128EAD-838F-8DD2-C4F9-521B4993DAAE}" dt="2025-05-06T12:17:06.593" v="18"/>
        <pc:sldMkLst>
          <pc:docMk/>
          <pc:sldMk cId="4079369328" sldId="2147471327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421" v="0"/>
        <pc:sldMkLst>
          <pc:docMk/>
          <pc:sldMk cId="2350914309" sldId="2147471328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452" v="1"/>
        <pc:sldMkLst>
          <pc:docMk/>
          <pc:sldMk cId="1617313002" sldId="2147471329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468" v="2"/>
        <pc:sldMkLst>
          <pc:docMk/>
          <pc:sldMk cId="2124221042" sldId="2147471330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499" v="3"/>
        <pc:sldMkLst>
          <pc:docMk/>
          <pc:sldMk cId="2701946758" sldId="2147471331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530" v="4"/>
        <pc:sldMkLst>
          <pc:docMk/>
          <pc:sldMk cId="1406466176" sldId="2147471332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562" v="5"/>
        <pc:sldMkLst>
          <pc:docMk/>
          <pc:sldMk cId="3023999453" sldId="2147471333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593" v="6"/>
        <pc:sldMkLst>
          <pc:docMk/>
          <pc:sldMk cId="2977780997" sldId="2147471334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624" v="7"/>
        <pc:sldMkLst>
          <pc:docMk/>
          <pc:sldMk cId="2552690237" sldId="2147471335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655" v="8"/>
        <pc:sldMkLst>
          <pc:docMk/>
          <pc:sldMk cId="69776086" sldId="2147471336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687" v="9"/>
        <pc:sldMkLst>
          <pc:docMk/>
          <pc:sldMk cId="749927350" sldId="2147471337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734" v="10"/>
        <pc:sldMkLst>
          <pc:docMk/>
          <pc:sldMk cId="3828662950" sldId="2147471338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765" v="11"/>
        <pc:sldMkLst>
          <pc:docMk/>
          <pc:sldMk cId="3760195842" sldId="2147471339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796" v="12"/>
        <pc:sldMkLst>
          <pc:docMk/>
          <pc:sldMk cId="1738208861" sldId="2147471340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827" v="13"/>
        <pc:sldMkLst>
          <pc:docMk/>
          <pc:sldMk cId="2418922129" sldId="2147471341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859" v="14"/>
        <pc:sldMkLst>
          <pc:docMk/>
          <pc:sldMk cId="662517679" sldId="2147471342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874" v="15"/>
        <pc:sldMkLst>
          <pc:docMk/>
          <pc:sldMk cId="4253970958" sldId="2147471343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905" v="16"/>
        <pc:sldMkLst>
          <pc:docMk/>
          <pc:sldMk cId="4116141635" sldId="2147471344"/>
        </pc:sldMkLst>
      </pc:sldChg>
      <pc:sldChg chg="add">
        <pc:chgData name="Alessandro Rossi" userId="S::alessandro.rossi@eng.it::9b5cfb7c-2a9d-4075-b409-735b6d606b81" providerId="AD" clId="Web-{37128EAD-838F-8DD2-C4F9-521B4993DAAE}" dt="2025-05-06T12:16:57.921" v="17"/>
        <pc:sldMkLst>
          <pc:docMk/>
          <pc:sldMk cId="470247973" sldId="2147471345"/>
        </pc:sldMkLst>
      </pc:sldChg>
    </pc:docChg>
  </pc:docChgLst>
  <pc:docChgLst>
    <pc:chgData name="Andrija Goranović" userId="S::andrija.goranovic_ourpower.coop#ext#@engit.onmicrosoft.com::1c1d981b-2427-4681-a8dd-19f948964212" providerId="AD" clId="Web-{D449BF8D-B9A3-A85F-576F-C3183D280617}"/>
    <pc:docChg chg="modSld">
      <pc:chgData name="Andrija Goranović" userId="S::andrija.goranovic_ourpower.coop#ext#@engit.onmicrosoft.com::1c1d981b-2427-4681-a8dd-19f948964212" providerId="AD" clId="Web-{D449BF8D-B9A3-A85F-576F-C3183D280617}" dt="2025-05-12T07:19:30.850" v="22" actId="20577"/>
      <pc:docMkLst>
        <pc:docMk/>
      </pc:docMkLst>
      <pc:sldChg chg="modSp">
        <pc:chgData name="Andrija Goranović" userId="S::andrija.goranovic_ourpower.coop#ext#@engit.onmicrosoft.com::1c1d981b-2427-4681-a8dd-19f948964212" providerId="AD" clId="Web-{D449BF8D-B9A3-A85F-576F-C3183D280617}" dt="2025-05-12T07:19:30.850" v="22" actId="20577"/>
        <pc:sldMkLst>
          <pc:docMk/>
          <pc:sldMk cId="4253970958" sldId="2147471343"/>
        </pc:sldMkLst>
        <pc:spChg chg="mod">
          <ac:chgData name="Andrija Goranović" userId="S::andrija.goranovic_ourpower.coop#ext#@engit.onmicrosoft.com::1c1d981b-2427-4681-a8dd-19f948964212" providerId="AD" clId="Web-{D449BF8D-B9A3-A85F-576F-C3183D280617}" dt="2025-05-12T07:19:30.850" v="22" actId="20577"/>
          <ac:spMkLst>
            <pc:docMk/>
            <pc:sldMk cId="4253970958" sldId="2147471343"/>
            <ac:spMk id="3" creationId="{259CB16F-C1AE-F6EA-5A6E-F4EE523A16C9}"/>
          </ac:spMkLst>
        </pc:spChg>
      </pc:sldChg>
    </pc:docChg>
  </pc:docChgLst>
  <pc:docChgLst>
    <pc:chgData name="KACULI RICHARD" userId="S::s1125047_pm.univpm.it#ext#@engit.onmicrosoft.com::34ab71e2-9a5a-4c31-9ae9-77677137c92d" providerId="AD" clId="Web-{3E068974-147B-A155-5A7B-E7402A9D111D}"/>
    <pc:docChg chg="addSld delSld modMainMaster">
      <pc:chgData name="KACULI RICHARD" userId="S::s1125047_pm.univpm.it#ext#@engit.onmicrosoft.com::34ab71e2-9a5a-4c31-9ae9-77677137c92d" providerId="AD" clId="Web-{3E068974-147B-A155-5A7B-E7402A9D111D}" dt="2025-05-07T10:24:25.585" v="1"/>
      <pc:docMkLst>
        <pc:docMk/>
      </pc:docMkLst>
      <pc:sldChg chg="del">
        <pc:chgData name="KACULI RICHARD" userId="S::s1125047_pm.univpm.it#ext#@engit.onmicrosoft.com::34ab71e2-9a5a-4c31-9ae9-77677137c92d" providerId="AD" clId="Web-{3E068974-147B-A155-5A7B-E7402A9D111D}" dt="2025-05-07T10:24:25.585" v="1"/>
        <pc:sldMkLst>
          <pc:docMk/>
          <pc:sldMk cId="1406466176" sldId="2147471332"/>
        </pc:sldMkLst>
      </pc:sldChg>
      <pc:sldChg chg="add">
        <pc:chgData name="KACULI RICHARD" userId="S::s1125047_pm.univpm.it#ext#@engit.onmicrosoft.com::34ab71e2-9a5a-4c31-9ae9-77677137c92d" providerId="AD" clId="Web-{3E068974-147B-A155-5A7B-E7402A9D111D}" dt="2025-05-07T10:24:08.413" v="0"/>
        <pc:sldMkLst>
          <pc:docMk/>
          <pc:sldMk cId="1114863235" sldId="2147471346"/>
        </pc:sldMkLst>
      </pc:sldChg>
      <pc:sldMasterChg chg="addSldLayout modSldLayout">
        <pc:chgData name="KACULI RICHARD" userId="S::s1125047_pm.univpm.it#ext#@engit.onmicrosoft.com::34ab71e2-9a5a-4c31-9ae9-77677137c92d" providerId="AD" clId="Web-{3E068974-147B-A155-5A7B-E7402A9D111D}" dt="2025-05-07T10:24:08.413" v="0"/>
        <pc:sldMasterMkLst>
          <pc:docMk/>
          <pc:sldMasterMk cId="1981802613" sldId="2147483648"/>
        </pc:sldMasterMkLst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2652898879" sldId="2147483661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1471153177" sldId="2147483662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3611449785" sldId="2147483663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3859626963" sldId="2147483664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305888728" sldId="2147483665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4270192351" sldId="2147483666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4221002649" sldId="2147483667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4245724512" sldId="2147483668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866728995" sldId="2147483669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2589229854" sldId="2147483670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2305670523" sldId="2147483680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811746424" sldId="2147483681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90784166" sldId="2147483682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4251372020" sldId="2147483683"/>
          </pc:sldLayoutMkLst>
        </pc:sldLayoutChg>
        <pc:sldLayoutChg chg="ad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686961419" sldId="2147483684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3357588286" sldId="2147483693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3199597602" sldId="2147483694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1853111349" sldId="2147483695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4078821147" sldId="2147483696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2088834708" sldId="2147483697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2249216229" sldId="2147483698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3299310129" sldId="2147483699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2740962886" sldId="2147483700"/>
          </pc:sldLayoutMkLst>
        </pc:sldLayoutChg>
        <pc:sldLayoutChg chg="replId">
          <pc:chgData name="KACULI RICHARD" userId="S::s1125047_pm.univpm.it#ext#@engit.onmicrosoft.com::34ab71e2-9a5a-4c31-9ae9-77677137c92d" providerId="AD" clId="Web-{3E068974-147B-A155-5A7B-E7402A9D111D}" dt="2025-05-07T10:24:08.413" v="0"/>
          <pc:sldLayoutMkLst>
            <pc:docMk/>
            <pc:sldMasterMk cId="1981802613" sldId="2147483648"/>
            <pc:sldLayoutMk cId="1455271191" sldId="2147483701"/>
          </pc:sldLayoutMkLst>
        </pc:sldLayoutChg>
      </pc:sldMasterChg>
    </pc:docChg>
  </pc:docChgLst>
  <pc:docChgLst>
    <pc:chgData name="Klemen Bregar" userId="S::klemen.bregar_comsensus.eu#ext#@engit.onmicrosoft.com::ef2b85f6-debd-47c7-8252-ef1085e81ac9" providerId="AD" clId="Web-{F2DF5C56-985D-B179-8DFD-B75836979023}"/>
    <pc:docChg chg="modSld">
      <pc:chgData name="Klemen Bregar" userId="S::klemen.bregar_comsensus.eu#ext#@engit.onmicrosoft.com::ef2b85f6-debd-47c7-8252-ef1085e81ac9" providerId="AD" clId="Web-{F2DF5C56-985D-B179-8DFD-B75836979023}" dt="2025-05-12T06:52:52.444" v="105" actId="20577"/>
      <pc:docMkLst>
        <pc:docMk/>
      </pc:docMkLst>
      <pc:sldChg chg="modSp">
        <pc:chgData name="Klemen Bregar" userId="S::klemen.bregar_comsensus.eu#ext#@engit.onmicrosoft.com::ef2b85f6-debd-47c7-8252-ef1085e81ac9" providerId="AD" clId="Web-{F2DF5C56-985D-B179-8DFD-B75836979023}" dt="2025-05-12T06:52:52.444" v="105" actId="20577"/>
        <pc:sldMkLst>
          <pc:docMk/>
          <pc:sldMk cId="4253970958" sldId="2147471343"/>
        </pc:sldMkLst>
        <pc:spChg chg="mod">
          <ac:chgData name="Klemen Bregar" userId="S::klemen.bregar_comsensus.eu#ext#@engit.onmicrosoft.com::ef2b85f6-debd-47c7-8252-ef1085e81ac9" providerId="AD" clId="Web-{F2DF5C56-985D-B179-8DFD-B75836979023}" dt="2025-05-12T06:52:52.444" v="105" actId="20577"/>
          <ac:spMkLst>
            <pc:docMk/>
            <pc:sldMk cId="4253970958" sldId="2147471343"/>
            <ac:spMk id="3" creationId="{259CB16F-C1AE-F6EA-5A6E-F4EE523A16C9}"/>
          </ac:spMkLst>
        </pc:spChg>
      </pc:sldChg>
    </pc:docChg>
  </pc:docChgLst>
  <pc:docChgLst>
    <pc:chgData name="KACULI RICHARD" userId="S::s1125047_pm.univpm.it#ext#@engit.onmicrosoft.com::34ab71e2-9a5a-4c31-9ae9-77677137c92d" providerId="AD" clId="Web-{ED2898F1-3390-8EA1-2C51-DCAF532D89F4}"/>
    <pc:docChg chg="modSld">
      <pc:chgData name="KACULI RICHARD" userId="S::s1125047_pm.univpm.it#ext#@engit.onmicrosoft.com::34ab71e2-9a5a-4c31-9ae9-77677137c92d" providerId="AD" clId="Web-{ED2898F1-3390-8EA1-2C51-DCAF532D89F4}" dt="2025-05-12T07:46:07.478" v="3" actId="20577"/>
      <pc:docMkLst>
        <pc:docMk/>
      </pc:docMkLst>
      <pc:sldChg chg="modSp">
        <pc:chgData name="KACULI RICHARD" userId="S::s1125047_pm.univpm.it#ext#@engit.onmicrosoft.com::34ab71e2-9a5a-4c31-9ae9-77677137c92d" providerId="AD" clId="Web-{ED2898F1-3390-8EA1-2C51-DCAF532D89F4}" dt="2025-05-12T07:46:07.478" v="3" actId="20577"/>
        <pc:sldMkLst>
          <pc:docMk/>
          <pc:sldMk cId="1114863235" sldId="2147471346"/>
        </pc:sldMkLst>
        <pc:spChg chg="mod">
          <ac:chgData name="KACULI RICHARD" userId="S::s1125047_pm.univpm.it#ext#@engit.onmicrosoft.com::34ab71e2-9a5a-4c31-9ae9-77677137c92d" providerId="AD" clId="Web-{ED2898F1-3390-8EA1-2C51-DCAF532D89F4}" dt="2025-05-12T07:46:07.478" v="3" actId="20577"/>
          <ac:spMkLst>
            <pc:docMk/>
            <pc:sldMk cId="1114863235" sldId="2147471346"/>
            <ac:spMk id="3" creationId="{8704FE46-EFBE-9219-E008-136CF0F4F759}"/>
          </ac:spMkLst>
        </pc:spChg>
      </pc:sldChg>
    </pc:docChg>
  </pc:docChgLst>
  <pc:docChgLst>
    <pc:chgData name="Luca Vitale" userId="S::luca.vitale@eng.it::33d0d086-8ea6-4510-b5fe-c8d156368f9b" providerId="AD" clId="Web-{08306709-762E-7B08-B3B3-7F829F8B8F64}"/>
    <pc:docChg chg="addSld modSld sldOrd">
      <pc:chgData name="Luca Vitale" userId="S::luca.vitale@eng.it::33d0d086-8ea6-4510-b5fe-c8d156368f9b" providerId="AD" clId="Web-{08306709-762E-7B08-B3B3-7F829F8B8F64}" dt="2025-02-04T14:58:12.491" v="23" actId="20577"/>
      <pc:docMkLst>
        <pc:docMk/>
      </pc:docMkLst>
      <pc:sldChg chg="modSp add ord replId">
        <pc:chgData name="Luca Vitale" userId="S::luca.vitale@eng.it::33d0d086-8ea6-4510-b5fe-c8d156368f9b" providerId="AD" clId="Web-{08306709-762E-7B08-B3B3-7F829F8B8F64}" dt="2025-02-04T14:37:23.990" v="7"/>
        <pc:sldMkLst>
          <pc:docMk/>
          <pc:sldMk cId="4077236464" sldId="322"/>
        </pc:sldMkLst>
      </pc:sldChg>
      <pc:sldChg chg="modSp add ord replId">
        <pc:chgData name="Luca Vitale" userId="S::luca.vitale@eng.it::33d0d086-8ea6-4510-b5fe-c8d156368f9b" providerId="AD" clId="Web-{08306709-762E-7B08-B3B3-7F829F8B8F64}" dt="2025-02-04T14:56:57.533" v="20" actId="20577"/>
        <pc:sldMkLst>
          <pc:docMk/>
          <pc:sldMk cId="2928254472" sldId="323"/>
        </pc:sldMkLst>
      </pc:sldChg>
      <pc:sldChg chg="delSp modSp add replId">
        <pc:chgData name="Luca Vitale" userId="S::luca.vitale@eng.it::33d0d086-8ea6-4510-b5fe-c8d156368f9b" providerId="AD" clId="Web-{08306709-762E-7B08-B3B3-7F829F8B8F64}" dt="2025-02-04T14:58:12.491" v="23" actId="20577"/>
        <pc:sldMkLst>
          <pc:docMk/>
          <pc:sldMk cId="2665837046" sldId="324"/>
        </pc:sldMkLst>
      </pc:sldChg>
      <pc:sldChg chg="modSp add ord replId">
        <pc:chgData name="Luca Vitale" userId="S::luca.vitale@eng.it::33d0d086-8ea6-4510-b5fe-c8d156368f9b" providerId="AD" clId="Web-{08306709-762E-7B08-B3B3-7F829F8B8F64}" dt="2025-02-04T14:37:48.679" v="15" actId="20577"/>
        <pc:sldMkLst>
          <pc:docMk/>
          <pc:sldMk cId="784178051" sldId="325"/>
        </pc:sldMkLst>
      </pc:sldChg>
    </pc:docChg>
  </pc:docChgLst>
  <pc:docChgLst>
    <pc:chgData name="Lorenzo Cristofori" userId="dffa08c3-d425-4af5-be88-b2ed23a3bf6c" providerId="ADAL" clId="{EE6148E8-1DB1-4928-BBB9-57859F966645}"/>
    <pc:docChg chg="addSld delSld modSld">
      <pc:chgData name="Lorenzo Cristofori" userId="dffa08c3-d425-4af5-be88-b2ed23a3bf6c" providerId="ADAL" clId="{EE6148E8-1DB1-4928-BBB9-57859F966645}" dt="2025-05-12T09:16:19.880" v="184" actId="47"/>
      <pc:docMkLst>
        <pc:docMk/>
      </pc:docMkLst>
      <pc:sldChg chg="modSp mod">
        <pc:chgData name="Lorenzo Cristofori" userId="dffa08c3-d425-4af5-be88-b2ed23a3bf6c" providerId="ADAL" clId="{EE6148E8-1DB1-4928-BBB9-57859F966645}" dt="2025-05-12T08:04:31.414" v="182" actId="20577"/>
        <pc:sldMkLst>
          <pc:docMk/>
          <pc:sldMk cId="1617313002" sldId="2147471329"/>
        </pc:sldMkLst>
        <pc:spChg chg="mod">
          <ac:chgData name="Lorenzo Cristofori" userId="dffa08c3-d425-4af5-be88-b2ed23a3bf6c" providerId="ADAL" clId="{EE6148E8-1DB1-4928-BBB9-57859F966645}" dt="2025-05-12T08:04:31.414" v="182" actId="20577"/>
          <ac:spMkLst>
            <pc:docMk/>
            <pc:sldMk cId="1617313002" sldId="2147471329"/>
            <ac:spMk id="3" creationId="{28D1372C-C9EC-F007-C6D0-CDD3509E8A45}"/>
          </ac:spMkLst>
        </pc:spChg>
      </pc:sldChg>
      <pc:sldChg chg="modSp mod">
        <pc:chgData name="Lorenzo Cristofori" userId="dffa08c3-d425-4af5-be88-b2ed23a3bf6c" providerId="ADAL" clId="{EE6148E8-1DB1-4928-BBB9-57859F966645}" dt="2025-05-12T07:57:49.882" v="164" actId="20577"/>
        <pc:sldMkLst>
          <pc:docMk/>
          <pc:sldMk cId="1738208861" sldId="2147471340"/>
        </pc:sldMkLst>
        <pc:spChg chg="mod">
          <ac:chgData name="Lorenzo Cristofori" userId="dffa08c3-d425-4af5-be88-b2ed23a3bf6c" providerId="ADAL" clId="{EE6148E8-1DB1-4928-BBB9-57859F966645}" dt="2025-05-12T07:57:49.882" v="164" actId="20577"/>
          <ac:spMkLst>
            <pc:docMk/>
            <pc:sldMk cId="1738208861" sldId="2147471340"/>
            <ac:spMk id="3" creationId="{85AB9970-4E4D-E455-7FE0-EA5C89928907}"/>
          </ac:spMkLst>
        </pc:spChg>
      </pc:sldChg>
      <pc:sldChg chg="new del">
        <pc:chgData name="Lorenzo Cristofori" userId="dffa08c3-d425-4af5-be88-b2ed23a3bf6c" providerId="ADAL" clId="{EE6148E8-1DB1-4928-BBB9-57859F966645}" dt="2025-05-12T09:16:19.880" v="184" actId="47"/>
        <pc:sldMkLst>
          <pc:docMk/>
          <pc:sldMk cId="1576661280" sldId="2147471350"/>
        </pc:sldMkLst>
      </pc:sldChg>
    </pc:docChg>
  </pc:docChgLst>
  <pc:docChgLst>
    <pc:chgData name="Luca Vitale" userId="S::luca.vitale@eng.it::33d0d086-8ea6-4510-b5fe-c8d156368f9b" providerId="AD" clId="Web-{BC3812A7-21EE-BC4D-4548-F10F43478CB2}"/>
    <pc:docChg chg="addSld modSld sldOrd">
      <pc:chgData name="Luca Vitale" userId="S::luca.vitale@eng.it::33d0d086-8ea6-4510-b5fe-c8d156368f9b" providerId="AD" clId="Web-{BC3812A7-21EE-BC4D-4548-F10F43478CB2}" dt="2025-02-04T11:19:37.232" v="33" actId="20577"/>
      <pc:docMkLst>
        <pc:docMk/>
      </pc:docMkLst>
      <pc:sldChg chg="addSp delSp modSp add ord replId">
        <pc:chgData name="Luca Vitale" userId="S::luca.vitale@eng.it::33d0d086-8ea6-4510-b5fe-c8d156368f9b" providerId="AD" clId="Web-{BC3812A7-21EE-BC4D-4548-F10F43478CB2}" dt="2025-02-04T11:18:57.011" v="8" actId="20577"/>
        <pc:sldMkLst>
          <pc:docMk/>
          <pc:sldMk cId="1969977352" sldId="320"/>
        </pc:sldMkLst>
      </pc:sldChg>
      <pc:sldChg chg="modSp add ord replId">
        <pc:chgData name="Luca Vitale" userId="S::luca.vitale@eng.it::33d0d086-8ea6-4510-b5fe-c8d156368f9b" providerId="AD" clId="Web-{BC3812A7-21EE-BC4D-4548-F10F43478CB2}" dt="2025-02-04T11:19:37.232" v="33" actId="20577"/>
        <pc:sldMkLst>
          <pc:docMk/>
          <pc:sldMk cId="3981174597" sldId="321"/>
        </pc:sldMkLst>
      </pc:sldChg>
    </pc:docChg>
  </pc:docChgLst>
  <pc:docChgLst>
    <pc:chgData name="Jonas Van Gompel" userId="S::jonas.vangompel_centrica.com#ext#@engit.onmicrosoft.com::03b211e9-0a20-43a1-8b39-0c78cf024896" providerId="AD" clId="Web-{C5C9EEC6-D5AD-2727-FE9D-F22AAAC3A87B}"/>
    <pc:docChg chg="modSld">
      <pc:chgData name="Jonas Van Gompel" userId="S::jonas.vangompel_centrica.com#ext#@engit.onmicrosoft.com::03b211e9-0a20-43a1-8b39-0c78cf024896" providerId="AD" clId="Web-{C5C9EEC6-D5AD-2727-FE9D-F22AAAC3A87B}" dt="2025-05-09T09:23:10.200" v="119" actId="20577"/>
      <pc:docMkLst>
        <pc:docMk/>
      </pc:docMkLst>
      <pc:sldChg chg="modSp">
        <pc:chgData name="Jonas Van Gompel" userId="S::jonas.vangompel_centrica.com#ext#@engit.onmicrosoft.com::03b211e9-0a20-43a1-8b39-0c78cf024896" providerId="AD" clId="Web-{C5C9EEC6-D5AD-2727-FE9D-F22AAAC3A87B}" dt="2025-05-09T09:23:10.200" v="119" actId="20577"/>
        <pc:sldMkLst>
          <pc:docMk/>
          <pc:sldMk cId="2418922129" sldId="2147471341"/>
        </pc:sldMkLst>
        <pc:spChg chg="mod">
          <ac:chgData name="Jonas Van Gompel" userId="S::jonas.vangompel_centrica.com#ext#@engit.onmicrosoft.com::03b211e9-0a20-43a1-8b39-0c78cf024896" providerId="AD" clId="Web-{C5C9EEC6-D5AD-2727-FE9D-F22AAAC3A87B}" dt="2025-05-09T09:23:10.200" v="119" actId="20577"/>
          <ac:spMkLst>
            <pc:docMk/>
            <pc:sldMk cId="2418922129" sldId="2147471341"/>
            <ac:spMk id="3" creationId="{3CAB31CE-CE85-78E1-1C3A-F678A518BC69}"/>
          </ac:spMkLst>
        </pc:spChg>
      </pc:sldChg>
    </pc:docChg>
  </pc:docChgLst>
  <pc:docChgLst>
    <pc:chgData name="giannis" userId="S::giannis_mydomx.eu#ext#@engit.onmicrosoft.com::fb8f4eca-263f-40d2-8d93-0454b04ed96e" providerId="AD" clId="Web-{B90BBCC6-EF0B-2513-AA04-2ED813097F1F}"/>
    <pc:docChg chg="modSld">
      <pc:chgData name="giannis" userId="S::giannis_mydomx.eu#ext#@engit.onmicrosoft.com::fb8f4eca-263f-40d2-8d93-0454b04ed96e" providerId="AD" clId="Web-{B90BBCC6-EF0B-2513-AA04-2ED813097F1F}" dt="2025-05-07T11:10:54.751" v="443" actId="20577"/>
      <pc:docMkLst>
        <pc:docMk/>
      </pc:docMkLst>
      <pc:sldChg chg="modSp">
        <pc:chgData name="giannis" userId="S::giannis_mydomx.eu#ext#@engit.onmicrosoft.com::fb8f4eca-263f-40d2-8d93-0454b04ed96e" providerId="AD" clId="Web-{B90BBCC6-EF0B-2513-AA04-2ED813097F1F}" dt="2025-05-07T11:10:54.751" v="443" actId="20577"/>
        <pc:sldMkLst>
          <pc:docMk/>
          <pc:sldMk cId="2977780997" sldId="2147471334"/>
        </pc:sldMkLst>
        <pc:spChg chg="mod">
          <ac:chgData name="giannis" userId="S::giannis_mydomx.eu#ext#@engit.onmicrosoft.com::fb8f4eca-263f-40d2-8d93-0454b04ed96e" providerId="AD" clId="Web-{B90BBCC6-EF0B-2513-AA04-2ED813097F1F}" dt="2025-05-07T11:10:54.751" v="443" actId="20577"/>
          <ac:spMkLst>
            <pc:docMk/>
            <pc:sldMk cId="2977780997" sldId="2147471334"/>
            <ac:spMk id="2" creationId="{D528F318-C081-1A7A-FFA7-456C73A357B5}"/>
          </ac:spMkLst>
        </pc:spChg>
        <pc:spChg chg="mod">
          <ac:chgData name="giannis" userId="S::giannis_mydomx.eu#ext#@engit.onmicrosoft.com::fb8f4eca-263f-40d2-8d93-0454b04ed96e" providerId="AD" clId="Web-{B90BBCC6-EF0B-2513-AA04-2ED813097F1F}" dt="2025-05-07T11:10:40.500" v="426" actId="20577"/>
          <ac:spMkLst>
            <pc:docMk/>
            <pc:sldMk cId="2977780997" sldId="2147471334"/>
            <ac:spMk id="3" creationId="{5BCF665B-F565-77B2-A211-FC5F69FA92D7}"/>
          </ac:spMkLst>
        </pc:spChg>
      </pc:sldChg>
    </pc:docChg>
  </pc:docChgLst>
  <pc:docChgLst>
    <pc:chgData name="Alessandro Rossi" userId="S::alessandro.rossi@eng.it::9b5cfb7c-2a9d-4075-b409-735b6d606b81" providerId="AD" clId="Web-{70FBDC8C-1954-DDD9-B8F6-EA6CB83320FA}"/>
    <pc:docChg chg="modSld">
      <pc:chgData name="Alessandro Rossi" userId="S::alessandro.rossi@eng.it::9b5cfb7c-2a9d-4075-b409-735b6d606b81" providerId="AD" clId="Web-{70FBDC8C-1954-DDD9-B8F6-EA6CB83320FA}" dt="2025-04-11T17:13:10.487" v="25" actId="20577"/>
      <pc:docMkLst>
        <pc:docMk/>
      </pc:docMkLst>
      <pc:sldChg chg="modSp">
        <pc:chgData name="Alessandro Rossi" userId="S::alessandro.rossi@eng.it::9b5cfb7c-2a9d-4075-b409-735b6d606b81" providerId="AD" clId="Web-{70FBDC8C-1954-DDD9-B8F6-EA6CB83320FA}" dt="2025-04-11T17:13:10.487" v="25" actId="20577"/>
        <pc:sldMkLst>
          <pc:docMk/>
          <pc:sldMk cId="3981174597" sldId="321"/>
        </pc:sldMkLst>
        <pc:spChg chg="mod">
          <ac:chgData name="Alessandro Rossi" userId="S::alessandro.rossi@eng.it::9b5cfb7c-2a9d-4075-b409-735b6d606b81" providerId="AD" clId="Web-{70FBDC8C-1954-DDD9-B8F6-EA6CB83320FA}" dt="2025-04-11T17:13:10.487" v="25" actId="20577"/>
          <ac:spMkLst>
            <pc:docMk/>
            <pc:sldMk cId="3981174597" sldId="321"/>
            <ac:spMk id="3" creationId="{3D0F4088-00BC-CD86-E4C9-9921B5ABF716}"/>
          </ac:spMkLst>
        </pc:spChg>
      </pc:sldChg>
      <pc:sldChg chg="addSp modSp">
        <pc:chgData name="Alessandro Rossi" userId="S::alessandro.rossi@eng.it::9b5cfb7c-2a9d-4075-b409-735b6d606b81" providerId="AD" clId="Web-{70FBDC8C-1954-DDD9-B8F6-EA6CB83320FA}" dt="2025-04-11T17:11:03.562" v="12" actId="1076"/>
        <pc:sldMkLst>
          <pc:docMk/>
          <pc:sldMk cId="3224045048" sldId="3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56B2E6B-83E2-4DDB-447C-8747E45C23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AC9A6B-ED57-CF3F-A8A9-D034C863B2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486F-EDCE-9F45-843A-DC6636F320A2}" type="datetimeFigureOut">
              <a:rPr lang="it-IT" smtClean="0"/>
              <a:t>12/05/2025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778B11F-204A-24F9-36CB-711A281E4C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DF550A-F577-7A26-339A-303D7A82F2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ADDE5-EC6B-1049-9FD4-16267D109C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5708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0T13:35:21.5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 15,'0'0,"-1"1,-61 45,107-65,-27 10,-15 8,13-7,0 2,1-1,19-3,-35 9,1 1,0-1,0 1,-1 0,1 0,0 0,0 0,-1 1,1-1,3 1,-5-1,1 0,-1 1,1-1,-1 0,1 1,-1-1,0 0,1 1,-1-1,1 1,-1-1,0 1,1-1,-1 1,0-1,0 1,0-1,1 1,-1-1,0 1,0-1,0 1,0 0,0-1,0 1,0-1,0 1,0-1,0 1,0 0,0-1,0 1,0-1,-1 1,-1 5,0 0,-1 0,1-1,-1 1,-5 6,4-6,0 0,1 0,0 0,-3 8,6-13,0 0,-1 0,1 0,0 0,0 0,0 0,0 0,0 1,0-1,0 0,0 0,0 0,0 0,1 0,-1 0,0 0,1 0,-1 0,1 0,-1 0,1 0,-1 0,1 0,0 0,0-1,-1 1,1 0,0 0,0-1,0 1,0 0,0-1,0 1,0-1,0 0,0 1,1 0,5 1,0-1,-1 1,1-1,13 0,21 0,52-5,43-12,-81 9,-27 4,12-2,-12-1,-20 4,1-1,0 2,0-1,0 2,13-1,28 4,239 15,-266-18,0-1,0-1,0 0,0-2,0-1,35-12,-49 14,111-34,-90 30,0 1,35-2,130-1,-186 9,1 0,-1 1,0 1,0 0,0 0,0 0,11 5,-8-3,0 0,1-2,0 1,0-2,17 1,68-6,-48 1,163-2,-203 5,1 1,-1 0,1 1,-1 0,0 1,14 5,-7-2,18 3,-7-5,0-1,32 0,56-6,-68 0,0 2,63 8,-88-6,-1 0,35-3,-19 0,69-4,-37 1,111 6,-173 1,0-1,0 1,12 4,5 2,-14-6,0-1,0-1,0 1,0-2,21-2,-2 0,104-1,-12 1,-100 2,-1 0,1 1,-1 2,39 6,-52-7,1 0,-1 0,1-1,0 0,-1-1,12-2,-8 1,0 1,15 0,176 25,-98-9,-77-12,1 0,53-4,-37-1,74 5,46 15,-62-6,-55-6,31 3,-68-9,0-1,17-3,9 0,131 1,18-2,-55-10,-106 14,47 3,-23 0,263 4,-300-6,-1 0,1-1,-1-1,1 0,21-7,-22 6,-1 1,2 0,-1 0,13 1,46 2,-38 0,91 5,48 0,-155-7,1 0,-1-1,25-7,-26 6,5-1,1 1,-1 1,29 1,62 9,-85-6,19 3,-5-1,0-1,77-5,-84-4,-22 4,-1 0,1 1,13 0,140 17,-48-3,117-3,-183-9,77 12,-78-7,-16-2,107 9,-115-12,1-1,-1-2,40-6,-48 5,0 1,33 0,35 7,-42-2,23 3,-28-2,1-2,71-5,-64-6,-33 6,0 0,26-1,180 7,-22-1,-188-2,1 0,-1-1,0 0,0-1,0 0,0 0,0-1,14-7,-18 8,0 0,1 0,-1 1,0-1,1 1,-1 0,1 0,9 1,0 1,29 5,-24-2,252 21,-202-20,-51-5,-1-1,34-5,-29 3,25-1,94 12,-11-1,-88-8,-1-2,78-15,-109 17,1 0,-1 1,1 0,0 1,-1 0,1 1,13 4,11 1,59 6,102 1,-182-14,1-1,-1-1,0 0,0-1,19-6,-22 6,0 0,0 1,0 1,0 0,16 1,62 9,-35-2,81-1,-109-7,1-1,52-12,-28-2,-31 9,24-4,-17 6,1 1,0 2,36 2,-20 3,62 12,-87-11,1-1,1-1,-1-1,0 0,25-4,-10 0,1 1,42 4,73 14,-97-9,26-1,-70-6,0 0,0-1,0-1,0 0,14-5,-13 4,0 0,0 1,0 0,20 0,49 5,-49 1,52 14,-52-10,52 6,-69-12,24 7,-27-6,0-1,0 1,14-1,-17-2,-6 0,0 0,0 0,0 0,0 0,5 1,-11 1,6-6,-2 3,-1 1,0 0,0 0,0 0,0 0,0 0,-1 0,1 0,0 0,0 0,0 0,0 0,0 0,0 0,0 0,0 0,0 0,0 0,0 0,0 0,0 0,0-1,0 1,0 0,0 0,0 0,0 0,0 0,0 0,0 0,0 0,0 0,0 0,0 0,0 0,0 0,0-1,0 1,0 0,0 0,0 0,0 0,0 0,0 0,0 0,0 0,-5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098D4-0BFA-0A45-9C17-68272B8CA4D6}" type="datetimeFigureOut">
              <a:rPr lang="en-GB" smtClean="0"/>
              <a:t>12/05/2025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2304D-F03C-A44C-B58F-64002ED6F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4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2304D-F03C-A44C-B58F-64002ED6FF0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805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2304D-F03C-A44C-B58F-64002ED6FF0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566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C3D24E7-53DB-A618-EA39-FC7EBCF34185}"/>
              </a:ext>
            </a:extLst>
          </p:cNvPr>
          <p:cNvSpPr/>
          <p:nvPr userDrawn="1"/>
        </p:nvSpPr>
        <p:spPr>
          <a:xfrm>
            <a:off x="443948" y="1595106"/>
            <a:ext cx="11304103" cy="418622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C1CE60-86E5-186E-DBCD-5DBFD5DF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96" y="2067165"/>
            <a:ext cx="10471390" cy="1772653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B04101-BE57-3461-5655-73E1835938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296" y="4860506"/>
            <a:ext cx="10471390" cy="560580"/>
          </a:xfrm>
        </p:spPr>
        <p:txBody>
          <a:bodyPr anchor="b">
            <a:normAutofit/>
          </a:bodyPr>
          <a:lstStyle>
            <a:lvl1pPr marL="0" indent="0" algn="l">
              <a:buNone/>
              <a:defRPr sz="3000">
                <a:solidFill>
                  <a:srgbClr val="FFBE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Date </a:t>
            </a:r>
            <a:r>
              <a:rPr lang="en-GB"/>
              <a:t> →</a:t>
            </a:r>
            <a:r>
              <a:rPr lang="it-IT"/>
              <a:t> Place</a:t>
            </a:r>
            <a:endParaRPr lang="en-GB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1C1DDA-3C18-1C23-D31F-CC6513561F82}"/>
              </a:ext>
            </a:extLst>
          </p:cNvPr>
          <p:cNvSpPr txBox="1"/>
          <p:nvPr userDrawn="1"/>
        </p:nvSpPr>
        <p:spPr>
          <a:xfrm>
            <a:off x="8143794" y="657534"/>
            <a:ext cx="360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BF14F18-E539-0A51-B9A7-18784AABBF14}"/>
              </a:ext>
            </a:extLst>
          </p:cNvPr>
          <p:cNvGrpSpPr/>
          <p:nvPr userDrawn="1"/>
        </p:nvGrpSpPr>
        <p:grpSpPr>
          <a:xfrm>
            <a:off x="443948" y="6111236"/>
            <a:ext cx="6557743" cy="430887"/>
            <a:chOff x="1904272" y="6282353"/>
            <a:chExt cx="6557743" cy="430887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5B3161C8-387B-CF66-70BB-6C1314600938}"/>
                </a:ext>
              </a:extLst>
            </p:cNvPr>
            <p:cNvSpPr txBox="1"/>
            <p:nvPr userDrawn="1"/>
          </p:nvSpPr>
          <p:spPr>
            <a:xfrm>
              <a:off x="2597457" y="6282353"/>
              <a:ext cx="58645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>
                <a:solidFill>
                  <a:srgbClr val="00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11" name="Immagine 10" descr="EU_flag.jpg">
              <a:extLst>
                <a:ext uri="{FF2B5EF4-FFF2-40B4-BE49-F238E27FC236}">
                  <a16:creationId xmlns:a16="http://schemas.microsoft.com/office/drawing/2014/main" id="{1211AAB3-031D-500D-B526-47CA16FBC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272" y="6294110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D8A0B747-470E-3261-0C75-00777D32F5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31" y="315876"/>
            <a:ext cx="4337058" cy="11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98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ubtitle">
    <p:bg>
      <p:bgRef idx="1001">
        <a:schemeClr val="bg1"/>
      </p:bgRef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45FE534-471A-789F-3D41-FC5230DF51EA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Google Shape;20;p3"/>
          <p:cNvSpPr txBox="1">
            <a:spLocks noGrp="1"/>
          </p:cNvSpPr>
          <p:nvPr>
            <p:ph type="ctrTitle" hasCustomPrompt="1"/>
          </p:nvPr>
        </p:nvSpPr>
        <p:spPr>
          <a:xfrm>
            <a:off x="609934" y="1680200"/>
            <a:ext cx="10972132" cy="1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54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r>
              <a:rPr lang="it-IT"/>
              <a:t> </a:t>
            </a: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5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A8DC796-869F-EAB6-030A-6838B009292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72FD3A4B-09DE-B98B-4226-A9911DF81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ABB147DA-5005-6081-C9D1-306534371D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173A15F3-BF34-BFF4-09CE-15B8D54944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53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397652E-9599-D4AC-5E61-D5C8080CE6AA}"/>
              </a:ext>
            </a:extLst>
          </p:cNvPr>
          <p:cNvSpPr/>
          <p:nvPr userDrawn="1"/>
        </p:nvSpPr>
        <p:spPr>
          <a:xfrm>
            <a:off x="299357" y="316774"/>
            <a:ext cx="11593286" cy="5841139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080599" y="2124667"/>
            <a:ext cx="10226845" cy="344745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3866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4800" b="1">
                <a:solidFill>
                  <a:schemeClr val="lt1"/>
                </a:solidFill>
                <a:latin typeface="+mj-lt"/>
                <a:cs typeface="Calibri" panose="020F0502020204030204" pitchFamily="34" charset="0"/>
              </a:defRPr>
            </a:lvl1pPr>
            <a:lvl2pPr marL="1219170" lvl="1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2pPr>
            <a:lvl3pPr marL="1828754" lvl="2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3pPr>
            <a:lvl4pPr marL="2438339" lvl="3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4pPr>
            <a:lvl5pPr marL="3047924" lvl="4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5pPr>
            <a:lvl6pPr marL="3657509" lvl="5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6pPr>
            <a:lvl7pPr marL="4267093" lvl="6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7pPr>
            <a:lvl8pPr marL="4876678" lvl="7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8pPr>
            <a:lvl9pPr marL="5486263" lvl="8" indent="-575719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1080600" y="8936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>
                <a:solidFill>
                  <a:srgbClr val="FFBE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800" b="1">
              <a:solidFill>
                <a:srgbClr val="FFBE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A67AD72-7D98-3BC5-21E7-804C0FF8E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70CB3C-FFAA-B02A-D931-0F55CADAA00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E4588FB6-B195-4E99-F6C5-076BBE1231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D9E430E8-8D4F-818B-62E9-D332B8B164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49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C3C1013-6988-2551-982A-98A75E0F8B29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Google Shape;20;p3">
            <a:extLst>
              <a:ext uri="{FF2B5EF4-FFF2-40B4-BE49-F238E27FC236}">
                <a16:creationId xmlns:a16="http://schemas.microsoft.com/office/drawing/2014/main" id="{EC998C2B-A199-37F0-75E5-23168157D5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1374" y="1134136"/>
            <a:ext cx="10972132" cy="4207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80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39ACF2D-2FE4-55D1-C56F-788D917C3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DA4922-8264-1E30-8662-4C7E9F563775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Immagine 4" descr="EU_flag.jpg">
            <a:extLst>
              <a:ext uri="{FF2B5EF4-FFF2-40B4-BE49-F238E27FC236}">
                <a16:creationId xmlns:a16="http://schemas.microsoft.com/office/drawing/2014/main" id="{30CA618A-BD46-61BD-D828-7E7419077E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476B433-1C91-2C25-7E4D-A4B59C666F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26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 userDrawn="1">
  <p:cSld name="Title + 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E2E0F73-E7CE-2412-51EC-0D6DAABDFDE8}"/>
              </a:ext>
            </a:extLst>
          </p:cNvPr>
          <p:cNvSpPr/>
          <p:nvPr userDrawn="1"/>
        </p:nvSpPr>
        <p:spPr>
          <a:xfrm>
            <a:off x="299357" y="1336736"/>
            <a:ext cx="11593286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09934" y="1753456"/>
            <a:ext cx="10972132" cy="3941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" name="Google Shape;43;p6">
            <a:extLst>
              <a:ext uri="{FF2B5EF4-FFF2-40B4-BE49-F238E27FC236}">
                <a16:creationId xmlns:a16="http://schemas.microsoft.com/office/drawing/2014/main" id="{0721478A-5C19-6F6E-9967-A7FA9E523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3E7797E-3A0D-DC10-4D63-9C8DF21A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B1B83D-72B9-9910-7057-3F820025D5C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A4BE48C-B2DD-5F1D-8912-87E4E594F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8548EE8-F5FB-B61B-6CD3-EAE7E2AFCA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8011489-1EFE-B975-00D0-8D3EC0C37836}"/>
              </a:ext>
            </a:extLst>
          </p:cNvPr>
          <p:cNvSpPr/>
          <p:nvPr userDrawn="1"/>
        </p:nvSpPr>
        <p:spPr>
          <a:xfrm>
            <a:off x="29935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896BB9-A4EE-6524-BE27-B67A7D3D88BF}"/>
              </a:ext>
            </a:extLst>
          </p:cNvPr>
          <p:cNvSpPr/>
          <p:nvPr userDrawn="1"/>
        </p:nvSpPr>
        <p:spPr>
          <a:xfrm>
            <a:off x="620201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1757230"/>
            <a:ext cx="5046283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512593" y="1757230"/>
            <a:ext cx="5069474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10" name="Google Shape;43;p6">
            <a:extLst>
              <a:ext uri="{FF2B5EF4-FFF2-40B4-BE49-F238E27FC236}">
                <a16:creationId xmlns:a16="http://schemas.microsoft.com/office/drawing/2014/main" id="{4038C118-C774-4496-38F0-934EBD6D4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4BDE2F-1BD5-7B3D-0991-134970CA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9E9811-32B8-25D7-A670-35FF0DB36A56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EDE822B-3691-C82B-2CFE-9ACDE2C46F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65EE32D-FDDA-2DFB-5D01-7D89E4938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92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5C166B6F-C206-727B-8AD9-4AF78448E67F}"/>
              </a:ext>
            </a:extLst>
          </p:cNvPr>
          <p:cNvSpPr/>
          <p:nvPr userDrawn="1"/>
        </p:nvSpPr>
        <p:spPr>
          <a:xfrm>
            <a:off x="299519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075F4FF5-8472-C7D7-3C91-949D6D5A87BA}"/>
              </a:ext>
            </a:extLst>
          </p:cNvPr>
          <p:cNvSpPr/>
          <p:nvPr userDrawn="1"/>
        </p:nvSpPr>
        <p:spPr>
          <a:xfrm>
            <a:off x="8164856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87BF293-7B9B-971E-CF15-6B24FF05CBEE}"/>
              </a:ext>
            </a:extLst>
          </p:cNvPr>
          <p:cNvSpPr/>
          <p:nvPr userDrawn="1"/>
        </p:nvSpPr>
        <p:spPr>
          <a:xfrm>
            <a:off x="4232187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09934" y="1776569"/>
            <a:ext cx="3086855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4381947" y="1776569"/>
            <a:ext cx="3428269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8386354" y="1776569"/>
            <a:ext cx="3195712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E94957DD-6BA5-1F5F-BDEE-D7D86970E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6C937C-4B92-C59B-D756-2236E8A3A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DDB2CC-BDF8-8588-4AAC-A004C5BC8292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7A948E6-B4A6-067B-6673-6D9A35B52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D1A07D4-BF78-EBBC-8A2E-5E508C6B79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0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1_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A8129D4-55DC-62D2-2222-84A2784B6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3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egnaposto immagine 8">
            <a:extLst>
              <a:ext uri="{FF2B5EF4-FFF2-40B4-BE49-F238E27FC236}">
                <a16:creationId xmlns:a16="http://schemas.microsoft.com/office/drawing/2014/main" id="{1918D65C-027A-D061-333B-C9B9DA0950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951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B76A6D42-4144-3492-40F0-A45E51FE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7482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egnaposto immagine 8">
            <a:extLst>
              <a:ext uri="{FF2B5EF4-FFF2-40B4-BE49-F238E27FC236}">
                <a16:creationId xmlns:a16="http://schemas.microsoft.com/office/drawing/2014/main" id="{F9535ADE-039C-510F-9E3D-29C9CE0935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7063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EF6E8857-65F9-7171-0337-E160055508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19" name="Segnaposto testo 17">
            <a:extLst>
              <a:ext uri="{FF2B5EF4-FFF2-40B4-BE49-F238E27FC236}">
                <a16:creationId xmlns:a16="http://schemas.microsoft.com/office/drawing/2014/main" id="{5941CDA5-6C3C-AFBF-4676-C11445364B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9514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20" name="Segnaposto testo 17">
            <a:extLst>
              <a:ext uri="{FF2B5EF4-FFF2-40B4-BE49-F238E27FC236}">
                <a16:creationId xmlns:a16="http://schemas.microsoft.com/office/drawing/2014/main" id="{2A4D1BE1-0480-E586-6486-A1EF9AF9D7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667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21" name="Segnaposto testo 17">
            <a:extLst>
              <a:ext uri="{FF2B5EF4-FFF2-40B4-BE49-F238E27FC236}">
                <a16:creationId xmlns:a16="http://schemas.microsoft.com/office/drawing/2014/main" id="{8CD0C6E0-84CE-2319-9B6D-E81DA1B60F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844" y="4295983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FEA97FFC-AE00-D527-3685-97E09B17F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C2977F4-E552-1777-04FB-E9A38496B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C7A10D-0EC5-213D-04E0-A7C9D9FD063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9C7E14F0-2711-3F25-2340-412A2AEF0C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9CDCC65-BADA-07AE-9835-65484F3677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2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6">
            <a:extLst>
              <a:ext uri="{FF2B5EF4-FFF2-40B4-BE49-F238E27FC236}">
                <a16:creationId xmlns:a16="http://schemas.microsoft.com/office/drawing/2014/main" id="{3EA769FC-9D17-3C85-95D4-C9E76F8F7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7419015-35FA-E14E-81DE-0510E332F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DE781C-FA3E-5D71-1AEC-CED8FEDBA8FF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AE017E46-8462-FA6F-711E-39CDE9CE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CB5803C-DA83-5D29-3C20-60DAFCBFA4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2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C3D24E7-53DB-A618-EA39-FC7EBCF34185}"/>
              </a:ext>
            </a:extLst>
          </p:cNvPr>
          <p:cNvSpPr/>
          <p:nvPr userDrawn="1"/>
        </p:nvSpPr>
        <p:spPr>
          <a:xfrm>
            <a:off x="443948" y="1595106"/>
            <a:ext cx="11304103" cy="418622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C1CE60-86E5-186E-DBCD-5DBFD5DF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96" y="2067165"/>
            <a:ext cx="10471390" cy="1772653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B04101-BE57-3461-5655-73E1835938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296" y="4860506"/>
            <a:ext cx="10471390" cy="560580"/>
          </a:xfrm>
        </p:spPr>
        <p:txBody>
          <a:bodyPr anchor="b">
            <a:normAutofit/>
          </a:bodyPr>
          <a:lstStyle>
            <a:lvl1pPr marL="0" indent="0" algn="l">
              <a:buNone/>
              <a:defRPr sz="3000">
                <a:solidFill>
                  <a:srgbClr val="FFBE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Date </a:t>
            </a:r>
            <a:r>
              <a:rPr lang="en-GB"/>
              <a:t> →</a:t>
            </a:r>
            <a:r>
              <a:rPr lang="it-IT"/>
              <a:t> Place</a:t>
            </a:r>
            <a:endParaRPr lang="en-GB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1C1DDA-3C18-1C23-D31F-CC6513561F82}"/>
              </a:ext>
            </a:extLst>
          </p:cNvPr>
          <p:cNvSpPr txBox="1"/>
          <p:nvPr userDrawn="1"/>
        </p:nvSpPr>
        <p:spPr>
          <a:xfrm>
            <a:off x="8143794" y="657534"/>
            <a:ext cx="360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BF14F18-E539-0A51-B9A7-18784AABBF14}"/>
              </a:ext>
            </a:extLst>
          </p:cNvPr>
          <p:cNvGrpSpPr/>
          <p:nvPr userDrawn="1"/>
        </p:nvGrpSpPr>
        <p:grpSpPr>
          <a:xfrm>
            <a:off x="443948" y="6111236"/>
            <a:ext cx="6557743" cy="430887"/>
            <a:chOff x="1904272" y="6282353"/>
            <a:chExt cx="6557743" cy="430887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5B3161C8-387B-CF66-70BB-6C1314600938}"/>
                </a:ext>
              </a:extLst>
            </p:cNvPr>
            <p:cNvSpPr txBox="1"/>
            <p:nvPr userDrawn="1"/>
          </p:nvSpPr>
          <p:spPr>
            <a:xfrm>
              <a:off x="2597457" y="6282353"/>
              <a:ext cx="58645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>
                <a:solidFill>
                  <a:srgbClr val="00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11" name="Immagine 10" descr="EU_flag.jpg">
              <a:extLst>
                <a:ext uri="{FF2B5EF4-FFF2-40B4-BE49-F238E27FC236}">
                  <a16:creationId xmlns:a16="http://schemas.microsoft.com/office/drawing/2014/main" id="{1211AAB3-031D-500D-B526-47CA16FBC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272" y="6294110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D8A0B747-470E-3261-0C75-00777D32F5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31" y="315876"/>
            <a:ext cx="4337058" cy="11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29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C3D24E7-53DB-A618-EA39-FC7EBCF34185}"/>
              </a:ext>
            </a:extLst>
          </p:cNvPr>
          <p:cNvSpPr/>
          <p:nvPr userDrawn="1"/>
        </p:nvSpPr>
        <p:spPr>
          <a:xfrm>
            <a:off x="443948" y="1595106"/>
            <a:ext cx="11304103" cy="418622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C1CE60-86E5-186E-DBCD-5DBFD5DF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96" y="2067165"/>
            <a:ext cx="10471390" cy="1772653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B04101-BE57-3461-5655-73E1835938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296" y="4860506"/>
            <a:ext cx="10471390" cy="560580"/>
          </a:xfrm>
        </p:spPr>
        <p:txBody>
          <a:bodyPr anchor="b">
            <a:normAutofit/>
          </a:bodyPr>
          <a:lstStyle>
            <a:lvl1pPr marL="0" indent="0" algn="l">
              <a:buNone/>
              <a:defRPr sz="3000">
                <a:solidFill>
                  <a:srgbClr val="FFBE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Date </a:t>
            </a:r>
            <a:r>
              <a:rPr lang="en-GB"/>
              <a:t> →</a:t>
            </a:r>
            <a:r>
              <a:rPr lang="it-IT"/>
              <a:t> Place</a:t>
            </a:r>
            <a:endParaRPr lang="en-GB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1C1DDA-3C18-1C23-D31F-CC6513561F82}"/>
              </a:ext>
            </a:extLst>
          </p:cNvPr>
          <p:cNvSpPr txBox="1"/>
          <p:nvPr userDrawn="1"/>
        </p:nvSpPr>
        <p:spPr>
          <a:xfrm>
            <a:off x="8143794" y="657534"/>
            <a:ext cx="360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BF14F18-E539-0A51-B9A7-18784AABBF14}"/>
              </a:ext>
            </a:extLst>
          </p:cNvPr>
          <p:cNvGrpSpPr/>
          <p:nvPr userDrawn="1"/>
        </p:nvGrpSpPr>
        <p:grpSpPr>
          <a:xfrm>
            <a:off x="443948" y="6111236"/>
            <a:ext cx="6557743" cy="430887"/>
            <a:chOff x="1904272" y="6282353"/>
            <a:chExt cx="6557743" cy="430887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5B3161C8-387B-CF66-70BB-6C1314600938}"/>
                </a:ext>
              </a:extLst>
            </p:cNvPr>
            <p:cNvSpPr txBox="1"/>
            <p:nvPr userDrawn="1"/>
          </p:nvSpPr>
          <p:spPr>
            <a:xfrm>
              <a:off x="2597457" y="6282353"/>
              <a:ext cx="58645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>
                <a:solidFill>
                  <a:srgbClr val="00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11" name="Immagine 10" descr="EU_flag.jpg">
              <a:extLst>
                <a:ext uri="{FF2B5EF4-FFF2-40B4-BE49-F238E27FC236}">
                  <a16:creationId xmlns:a16="http://schemas.microsoft.com/office/drawing/2014/main" id="{1211AAB3-031D-500D-B526-47CA16FBC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272" y="6294110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D8A0B747-470E-3261-0C75-00777D32F5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31" y="315876"/>
            <a:ext cx="4337058" cy="11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7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ubtitle">
    <p:bg>
      <p:bgRef idx="1001">
        <a:schemeClr val="bg1"/>
      </p:bgRef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45FE534-471A-789F-3D41-FC5230DF51EA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Google Shape;20;p3"/>
          <p:cNvSpPr txBox="1">
            <a:spLocks noGrp="1"/>
          </p:cNvSpPr>
          <p:nvPr>
            <p:ph type="ctrTitle" hasCustomPrompt="1"/>
          </p:nvPr>
        </p:nvSpPr>
        <p:spPr>
          <a:xfrm>
            <a:off x="609934" y="1680200"/>
            <a:ext cx="10972132" cy="1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54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r>
              <a:rPr lang="it-IT"/>
              <a:t> </a:t>
            </a: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5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A8DC796-869F-EAB6-030A-6838B009292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72FD3A4B-09DE-B98B-4226-A9911DF81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ABB147DA-5005-6081-C9D1-306534371D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173A15F3-BF34-BFF4-09CE-15B8D54944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83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397652E-9599-D4AC-5E61-D5C8080CE6AA}"/>
              </a:ext>
            </a:extLst>
          </p:cNvPr>
          <p:cNvSpPr/>
          <p:nvPr userDrawn="1"/>
        </p:nvSpPr>
        <p:spPr>
          <a:xfrm>
            <a:off x="299357" y="316774"/>
            <a:ext cx="11593286" cy="5841139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080599" y="2124667"/>
            <a:ext cx="10226845" cy="344745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3866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4800" b="1">
                <a:solidFill>
                  <a:schemeClr val="lt1"/>
                </a:solidFill>
                <a:latin typeface="+mj-lt"/>
                <a:cs typeface="Calibri" panose="020F0502020204030204" pitchFamily="34" charset="0"/>
              </a:defRPr>
            </a:lvl1pPr>
            <a:lvl2pPr marL="1219170" lvl="1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2pPr>
            <a:lvl3pPr marL="1828754" lvl="2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3pPr>
            <a:lvl4pPr marL="2438339" lvl="3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4pPr>
            <a:lvl5pPr marL="3047924" lvl="4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5pPr>
            <a:lvl6pPr marL="3657509" lvl="5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6pPr>
            <a:lvl7pPr marL="4267093" lvl="6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7pPr>
            <a:lvl8pPr marL="4876678" lvl="7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8pPr>
            <a:lvl9pPr marL="5486263" lvl="8" indent="-575719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1080600" y="8936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>
                <a:solidFill>
                  <a:srgbClr val="FFBE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800" b="1">
              <a:solidFill>
                <a:srgbClr val="FFBE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A67AD72-7D98-3BC5-21E7-804C0FF8E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70CB3C-FFAA-B02A-D931-0F55CADAA00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E4588FB6-B195-4E99-F6C5-076BBE1231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D9E430E8-8D4F-818B-62E9-D332B8B164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34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C3C1013-6988-2551-982A-98A75E0F8B29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Google Shape;20;p3">
            <a:extLst>
              <a:ext uri="{FF2B5EF4-FFF2-40B4-BE49-F238E27FC236}">
                <a16:creationId xmlns:a16="http://schemas.microsoft.com/office/drawing/2014/main" id="{EC998C2B-A199-37F0-75E5-23168157D5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1374" y="1134136"/>
            <a:ext cx="10972132" cy="4207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80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39ACF2D-2FE4-55D1-C56F-788D917C3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DA4922-8264-1E30-8662-4C7E9F563775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Immagine 4" descr="EU_flag.jpg">
            <a:extLst>
              <a:ext uri="{FF2B5EF4-FFF2-40B4-BE49-F238E27FC236}">
                <a16:creationId xmlns:a16="http://schemas.microsoft.com/office/drawing/2014/main" id="{30CA618A-BD46-61BD-D828-7E7419077E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476B433-1C91-2C25-7E4D-A4B59C666F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16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 userDrawn="1">
  <p:cSld name="Title + 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E2E0F73-E7CE-2412-51EC-0D6DAABDFDE8}"/>
              </a:ext>
            </a:extLst>
          </p:cNvPr>
          <p:cNvSpPr/>
          <p:nvPr userDrawn="1"/>
        </p:nvSpPr>
        <p:spPr>
          <a:xfrm>
            <a:off x="299357" y="1336736"/>
            <a:ext cx="11593286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09934" y="1753456"/>
            <a:ext cx="10972132" cy="3941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" name="Google Shape;43;p6">
            <a:extLst>
              <a:ext uri="{FF2B5EF4-FFF2-40B4-BE49-F238E27FC236}">
                <a16:creationId xmlns:a16="http://schemas.microsoft.com/office/drawing/2014/main" id="{0721478A-5C19-6F6E-9967-A7FA9E523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3E7797E-3A0D-DC10-4D63-9C8DF21A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B1B83D-72B9-9910-7057-3F820025D5C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A4BE48C-B2DD-5F1D-8912-87E4E594F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8548EE8-F5FB-B61B-6CD3-EAE7E2AFCA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10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8011489-1EFE-B975-00D0-8D3EC0C37836}"/>
              </a:ext>
            </a:extLst>
          </p:cNvPr>
          <p:cNvSpPr/>
          <p:nvPr userDrawn="1"/>
        </p:nvSpPr>
        <p:spPr>
          <a:xfrm>
            <a:off x="29935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896BB9-A4EE-6524-BE27-B67A7D3D88BF}"/>
              </a:ext>
            </a:extLst>
          </p:cNvPr>
          <p:cNvSpPr/>
          <p:nvPr userDrawn="1"/>
        </p:nvSpPr>
        <p:spPr>
          <a:xfrm>
            <a:off x="620201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1757230"/>
            <a:ext cx="5046283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512593" y="1757230"/>
            <a:ext cx="5069474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10" name="Google Shape;43;p6">
            <a:extLst>
              <a:ext uri="{FF2B5EF4-FFF2-40B4-BE49-F238E27FC236}">
                <a16:creationId xmlns:a16="http://schemas.microsoft.com/office/drawing/2014/main" id="{4038C118-C774-4496-38F0-934EBD6D4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4BDE2F-1BD5-7B3D-0991-134970CA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9E9811-32B8-25D7-A670-35FF0DB36A56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EDE822B-3691-C82B-2CFE-9ACDE2C46F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65EE32D-FDDA-2DFB-5D01-7D89E4938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62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5C166B6F-C206-727B-8AD9-4AF78448E67F}"/>
              </a:ext>
            </a:extLst>
          </p:cNvPr>
          <p:cNvSpPr/>
          <p:nvPr userDrawn="1"/>
        </p:nvSpPr>
        <p:spPr>
          <a:xfrm>
            <a:off x="299519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075F4FF5-8472-C7D7-3C91-949D6D5A87BA}"/>
              </a:ext>
            </a:extLst>
          </p:cNvPr>
          <p:cNvSpPr/>
          <p:nvPr userDrawn="1"/>
        </p:nvSpPr>
        <p:spPr>
          <a:xfrm>
            <a:off x="8164856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87BF293-7B9B-971E-CF15-6B24FF05CBEE}"/>
              </a:ext>
            </a:extLst>
          </p:cNvPr>
          <p:cNvSpPr/>
          <p:nvPr userDrawn="1"/>
        </p:nvSpPr>
        <p:spPr>
          <a:xfrm>
            <a:off x="4232187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09934" y="1776569"/>
            <a:ext cx="3086855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4381947" y="1776569"/>
            <a:ext cx="3428269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8386354" y="1776569"/>
            <a:ext cx="3195712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E94957DD-6BA5-1F5F-BDEE-D7D86970E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6C937C-4B92-C59B-D756-2236E8A3A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DDB2CC-BDF8-8588-4AAC-A004C5BC8292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7A948E6-B4A6-067B-6673-6D9A35B52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D1A07D4-BF78-EBBC-8A2E-5E508C6B79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71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1_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A8129D4-55DC-62D2-2222-84A2784B6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3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egnaposto immagine 8">
            <a:extLst>
              <a:ext uri="{FF2B5EF4-FFF2-40B4-BE49-F238E27FC236}">
                <a16:creationId xmlns:a16="http://schemas.microsoft.com/office/drawing/2014/main" id="{1918D65C-027A-D061-333B-C9B9DA0950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951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B76A6D42-4144-3492-40F0-A45E51FE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7482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egnaposto immagine 8">
            <a:extLst>
              <a:ext uri="{FF2B5EF4-FFF2-40B4-BE49-F238E27FC236}">
                <a16:creationId xmlns:a16="http://schemas.microsoft.com/office/drawing/2014/main" id="{F9535ADE-039C-510F-9E3D-29C9CE0935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7063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EF6E8857-65F9-7171-0337-E160055508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19" name="Segnaposto testo 17">
            <a:extLst>
              <a:ext uri="{FF2B5EF4-FFF2-40B4-BE49-F238E27FC236}">
                <a16:creationId xmlns:a16="http://schemas.microsoft.com/office/drawing/2014/main" id="{5941CDA5-6C3C-AFBF-4676-C11445364B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9514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20" name="Segnaposto testo 17">
            <a:extLst>
              <a:ext uri="{FF2B5EF4-FFF2-40B4-BE49-F238E27FC236}">
                <a16:creationId xmlns:a16="http://schemas.microsoft.com/office/drawing/2014/main" id="{2A4D1BE1-0480-E586-6486-A1EF9AF9D7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667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21" name="Segnaposto testo 17">
            <a:extLst>
              <a:ext uri="{FF2B5EF4-FFF2-40B4-BE49-F238E27FC236}">
                <a16:creationId xmlns:a16="http://schemas.microsoft.com/office/drawing/2014/main" id="{8CD0C6E0-84CE-2319-9B6D-E81DA1B60F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844" y="4295983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FEA97FFC-AE00-D527-3685-97E09B17F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C2977F4-E552-1777-04FB-E9A38496B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C7A10D-0EC5-213D-04E0-A7C9D9FD063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9C7E14F0-2711-3F25-2340-412A2AEF0C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9CDCC65-BADA-07AE-9835-65484F3677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052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6">
            <a:extLst>
              <a:ext uri="{FF2B5EF4-FFF2-40B4-BE49-F238E27FC236}">
                <a16:creationId xmlns:a16="http://schemas.microsoft.com/office/drawing/2014/main" id="{3EA769FC-9D17-3C85-95D4-C9E76F8F7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7419015-35FA-E14E-81DE-0510E332F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DE781C-FA3E-5D71-1AEC-CED8FEDBA8FF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AE017E46-8462-FA6F-711E-39CDE9CE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CB5803C-DA83-5D29-3C20-60DAFCBFA4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9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C3D24E7-53DB-A618-EA39-FC7EBCF34185}"/>
              </a:ext>
            </a:extLst>
          </p:cNvPr>
          <p:cNvSpPr/>
          <p:nvPr userDrawn="1"/>
        </p:nvSpPr>
        <p:spPr>
          <a:xfrm>
            <a:off x="443948" y="1595106"/>
            <a:ext cx="11304103" cy="418622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C1CE60-86E5-186E-DBCD-5DBFD5DF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96" y="2067165"/>
            <a:ext cx="10471390" cy="1772653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B04101-BE57-3461-5655-73E1835938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296" y="4860506"/>
            <a:ext cx="10471390" cy="560580"/>
          </a:xfrm>
        </p:spPr>
        <p:txBody>
          <a:bodyPr anchor="b">
            <a:normAutofit/>
          </a:bodyPr>
          <a:lstStyle>
            <a:lvl1pPr marL="0" indent="0" algn="l">
              <a:buNone/>
              <a:defRPr sz="3000">
                <a:solidFill>
                  <a:srgbClr val="FFBE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Date </a:t>
            </a:r>
            <a:r>
              <a:rPr lang="en-GB"/>
              <a:t> →</a:t>
            </a:r>
            <a:r>
              <a:rPr lang="it-IT"/>
              <a:t> Place</a:t>
            </a:r>
            <a:endParaRPr lang="en-GB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1C1DDA-3C18-1C23-D31F-CC6513561F82}"/>
              </a:ext>
            </a:extLst>
          </p:cNvPr>
          <p:cNvSpPr txBox="1"/>
          <p:nvPr userDrawn="1"/>
        </p:nvSpPr>
        <p:spPr>
          <a:xfrm>
            <a:off x="8143794" y="657534"/>
            <a:ext cx="360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BF14F18-E539-0A51-B9A7-18784AABBF14}"/>
              </a:ext>
            </a:extLst>
          </p:cNvPr>
          <p:cNvGrpSpPr/>
          <p:nvPr userDrawn="1"/>
        </p:nvGrpSpPr>
        <p:grpSpPr>
          <a:xfrm>
            <a:off x="443948" y="6111236"/>
            <a:ext cx="6557743" cy="430887"/>
            <a:chOff x="1904272" y="6282353"/>
            <a:chExt cx="6557743" cy="430887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5B3161C8-387B-CF66-70BB-6C1314600938}"/>
                </a:ext>
              </a:extLst>
            </p:cNvPr>
            <p:cNvSpPr txBox="1"/>
            <p:nvPr userDrawn="1"/>
          </p:nvSpPr>
          <p:spPr>
            <a:xfrm>
              <a:off x="2597457" y="6282353"/>
              <a:ext cx="58645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>
                <a:solidFill>
                  <a:srgbClr val="00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11" name="Immagine 10" descr="EU_flag.jpg">
              <a:extLst>
                <a:ext uri="{FF2B5EF4-FFF2-40B4-BE49-F238E27FC236}">
                  <a16:creationId xmlns:a16="http://schemas.microsoft.com/office/drawing/2014/main" id="{1211AAB3-031D-500D-B526-47CA16FBC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272" y="6294110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D8A0B747-470E-3261-0C75-00777D32F5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31" y="315876"/>
            <a:ext cx="4337058" cy="11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48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ection">
    <p:bg>
      <p:bgRef idx="1001">
        <a:schemeClr val="bg1"/>
      </p:bgRef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45FE534-471A-789F-3D41-FC5230DF51EA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Google Shape;20;p3"/>
          <p:cNvSpPr txBox="1">
            <a:spLocks noGrp="1"/>
          </p:cNvSpPr>
          <p:nvPr>
            <p:ph type="ctrTitle" hasCustomPrompt="1"/>
          </p:nvPr>
        </p:nvSpPr>
        <p:spPr>
          <a:xfrm>
            <a:off x="609934" y="1680200"/>
            <a:ext cx="10972132" cy="1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54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r>
              <a:rPr lang="it-IT"/>
              <a:t> </a:t>
            </a: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5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A8DC796-869F-EAB6-030A-6838B009292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72FD3A4B-09DE-B98B-4226-A9911DF81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ABB147DA-5005-6081-C9D1-306534371D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173A15F3-BF34-BFF4-09CE-15B8D54944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2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397652E-9599-D4AC-5E61-D5C8080CE6AA}"/>
              </a:ext>
            </a:extLst>
          </p:cNvPr>
          <p:cNvSpPr/>
          <p:nvPr userDrawn="1"/>
        </p:nvSpPr>
        <p:spPr>
          <a:xfrm>
            <a:off x="299357" y="316774"/>
            <a:ext cx="11593286" cy="5841139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080599" y="2124667"/>
            <a:ext cx="10226845" cy="344745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3866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4800" b="1">
                <a:solidFill>
                  <a:schemeClr val="lt1"/>
                </a:solidFill>
                <a:latin typeface="+mj-lt"/>
                <a:cs typeface="Calibri" panose="020F0502020204030204" pitchFamily="34" charset="0"/>
              </a:defRPr>
            </a:lvl1pPr>
            <a:lvl2pPr marL="1219170" lvl="1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2pPr>
            <a:lvl3pPr marL="1828754" lvl="2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3pPr>
            <a:lvl4pPr marL="2438339" lvl="3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4pPr>
            <a:lvl5pPr marL="3047924" lvl="4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5pPr>
            <a:lvl6pPr marL="3657509" lvl="5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6pPr>
            <a:lvl7pPr marL="4267093" lvl="6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7pPr>
            <a:lvl8pPr marL="4876678" lvl="7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8pPr>
            <a:lvl9pPr marL="5486263" lvl="8" indent="-575719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1080600" y="8936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>
                <a:solidFill>
                  <a:srgbClr val="FFBE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800" b="1">
              <a:solidFill>
                <a:srgbClr val="FFBE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A67AD72-7D98-3BC5-21E7-804C0FF8E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70CB3C-FFAA-B02A-D931-0F55CADAA00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E4588FB6-B195-4E99-F6C5-076BBE1231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D9E430E8-8D4F-818B-62E9-D332B8B164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40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C3C1013-6988-2551-982A-98A75E0F8B29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Google Shape;20;p3">
            <a:extLst>
              <a:ext uri="{FF2B5EF4-FFF2-40B4-BE49-F238E27FC236}">
                <a16:creationId xmlns:a16="http://schemas.microsoft.com/office/drawing/2014/main" id="{EC998C2B-A199-37F0-75E5-23168157D5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1374" y="1134136"/>
            <a:ext cx="10972132" cy="4207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80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39ACF2D-2FE4-55D1-C56F-788D917C3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DA4922-8264-1E30-8662-4C7E9F563775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Immagine 4" descr="EU_flag.jpg">
            <a:extLst>
              <a:ext uri="{FF2B5EF4-FFF2-40B4-BE49-F238E27FC236}">
                <a16:creationId xmlns:a16="http://schemas.microsoft.com/office/drawing/2014/main" id="{30CA618A-BD46-61BD-D828-7E7419077E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476B433-1C91-2C25-7E4D-A4B59C666F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88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 userDrawn="1">
  <p:cSld name="Title + 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E2E0F73-E7CE-2412-51EC-0D6DAABDFDE8}"/>
              </a:ext>
            </a:extLst>
          </p:cNvPr>
          <p:cNvSpPr/>
          <p:nvPr userDrawn="1"/>
        </p:nvSpPr>
        <p:spPr>
          <a:xfrm>
            <a:off x="299357" y="1336736"/>
            <a:ext cx="11593286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09934" y="1753456"/>
            <a:ext cx="10972132" cy="3941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" name="Google Shape;43;p6">
            <a:extLst>
              <a:ext uri="{FF2B5EF4-FFF2-40B4-BE49-F238E27FC236}">
                <a16:creationId xmlns:a16="http://schemas.microsoft.com/office/drawing/2014/main" id="{0721478A-5C19-6F6E-9967-A7FA9E523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3E7797E-3A0D-DC10-4D63-9C8DF21A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B1B83D-72B9-9910-7057-3F820025D5C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A4BE48C-B2DD-5F1D-8912-87E4E594F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8548EE8-F5FB-B61B-6CD3-EAE7E2AFCA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48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8011489-1EFE-B975-00D0-8D3EC0C37836}"/>
              </a:ext>
            </a:extLst>
          </p:cNvPr>
          <p:cNvSpPr/>
          <p:nvPr userDrawn="1"/>
        </p:nvSpPr>
        <p:spPr>
          <a:xfrm>
            <a:off x="29935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896BB9-A4EE-6524-BE27-B67A7D3D88BF}"/>
              </a:ext>
            </a:extLst>
          </p:cNvPr>
          <p:cNvSpPr/>
          <p:nvPr userDrawn="1"/>
        </p:nvSpPr>
        <p:spPr>
          <a:xfrm>
            <a:off x="620201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1757230"/>
            <a:ext cx="5046283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512593" y="1757230"/>
            <a:ext cx="5069474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10" name="Google Shape;43;p6">
            <a:extLst>
              <a:ext uri="{FF2B5EF4-FFF2-40B4-BE49-F238E27FC236}">
                <a16:creationId xmlns:a16="http://schemas.microsoft.com/office/drawing/2014/main" id="{4038C118-C774-4496-38F0-934EBD6D4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4BDE2F-1BD5-7B3D-0991-134970CA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9E9811-32B8-25D7-A670-35FF0DB36A56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EDE822B-3691-C82B-2CFE-9ACDE2C46F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65EE32D-FDDA-2DFB-5D01-7D89E4938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263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5C166B6F-C206-727B-8AD9-4AF78448E67F}"/>
              </a:ext>
            </a:extLst>
          </p:cNvPr>
          <p:cNvSpPr/>
          <p:nvPr userDrawn="1"/>
        </p:nvSpPr>
        <p:spPr>
          <a:xfrm>
            <a:off x="299519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075F4FF5-8472-C7D7-3C91-949D6D5A87BA}"/>
              </a:ext>
            </a:extLst>
          </p:cNvPr>
          <p:cNvSpPr/>
          <p:nvPr userDrawn="1"/>
        </p:nvSpPr>
        <p:spPr>
          <a:xfrm>
            <a:off x="8164856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87BF293-7B9B-971E-CF15-6B24FF05CBEE}"/>
              </a:ext>
            </a:extLst>
          </p:cNvPr>
          <p:cNvSpPr/>
          <p:nvPr userDrawn="1"/>
        </p:nvSpPr>
        <p:spPr>
          <a:xfrm>
            <a:off x="4232187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09934" y="1776569"/>
            <a:ext cx="3086855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4381947" y="1776569"/>
            <a:ext cx="3428269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8386354" y="1776569"/>
            <a:ext cx="3195712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E94957DD-6BA5-1F5F-BDEE-D7D86970E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6C937C-4B92-C59B-D756-2236E8A3A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DDB2CC-BDF8-8588-4AAC-A004C5BC8292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7A948E6-B4A6-067B-6673-6D9A35B52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D1A07D4-BF78-EBBC-8A2E-5E508C6B79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838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Title + 4 colum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A8129D4-55DC-62D2-2222-84A2784B6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3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egnaposto immagine 8">
            <a:extLst>
              <a:ext uri="{FF2B5EF4-FFF2-40B4-BE49-F238E27FC236}">
                <a16:creationId xmlns:a16="http://schemas.microsoft.com/office/drawing/2014/main" id="{1918D65C-027A-D061-333B-C9B9DA0950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951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B76A6D42-4144-3492-40F0-A45E51FE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7482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egnaposto immagine 8">
            <a:extLst>
              <a:ext uri="{FF2B5EF4-FFF2-40B4-BE49-F238E27FC236}">
                <a16:creationId xmlns:a16="http://schemas.microsoft.com/office/drawing/2014/main" id="{F9535ADE-039C-510F-9E3D-29C9CE0935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7063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EF6E8857-65F9-7171-0337-E160055508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19" name="Segnaposto testo 17">
            <a:extLst>
              <a:ext uri="{FF2B5EF4-FFF2-40B4-BE49-F238E27FC236}">
                <a16:creationId xmlns:a16="http://schemas.microsoft.com/office/drawing/2014/main" id="{5941CDA5-6C3C-AFBF-4676-C11445364B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9514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20" name="Segnaposto testo 17">
            <a:extLst>
              <a:ext uri="{FF2B5EF4-FFF2-40B4-BE49-F238E27FC236}">
                <a16:creationId xmlns:a16="http://schemas.microsoft.com/office/drawing/2014/main" id="{2A4D1BE1-0480-E586-6486-A1EF9AF9D7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667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21" name="Segnaposto testo 17">
            <a:extLst>
              <a:ext uri="{FF2B5EF4-FFF2-40B4-BE49-F238E27FC236}">
                <a16:creationId xmlns:a16="http://schemas.microsoft.com/office/drawing/2014/main" id="{8CD0C6E0-84CE-2319-9B6D-E81DA1B60F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844" y="4295983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FEA97FFC-AE00-D527-3685-97E09B17F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C2977F4-E552-1777-04FB-E9A38496B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C7A10D-0EC5-213D-04E0-A7C9D9FD063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9C7E14F0-2711-3F25-2340-412A2AEF0C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9CDCC65-BADA-07AE-9835-65484F3677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113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6">
            <a:extLst>
              <a:ext uri="{FF2B5EF4-FFF2-40B4-BE49-F238E27FC236}">
                <a16:creationId xmlns:a16="http://schemas.microsoft.com/office/drawing/2014/main" id="{3EA769FC-9D17-3C85-95D4-C9E76F8F7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7419015-35FA-E14E-81DE-0510E332F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DE781C-FA3E-5D71-1AEC-CED8FEDBA8FF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AE017E46-8462-FA6F-711E-39CDE9CE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CB5803C-DA83-5D29-3C20-60DAFCBFA4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10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Imag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ED0A047-5DDB-BD3C-75F6-79DA4837FE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875067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None/>
              <a:defRPr sz="2400"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85249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1_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09934" y="524733"/>
            <a:ext cx="5380050" cy="15028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2199861"/>
            <a:ext cx="5059346" cy="39592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2" name="Segnaposto immagine 2">
            <a:extLst>
              <a:ext uri="{FF2B5EF4-FFF2-40B4-BE49-F238E27FC236}">
                <a16:creationId xmlns:a16="http://schemas.microsoft.com/office/drawing/2014/main" id="{08566262-D441-F67D-9953-C3882305DF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6929" y="315623"/>
            <a:ext cx="5475715" cy="5843440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46959C9-887F-53B8-7753-96BA0AFCA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27447D-A4B2-1A32-C65B-B70357957933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2C69ED61-DDAC-41C9-F311-7066D4CFA8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68AC03D8-004E-F772-1C17-2188DB0F4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70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D4E73D0-A4B2-3D4E-38B0-93F7340A2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599" y="1710237"/>
            <a:ext cx="10972131" cy="42072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CDE2ABB9-C9BF-9835-8C98-4FB9DCD3B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748FC0-7C44-567B-E6ED-FB7E4B3B9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B90555-C23C-DA3C-02E1-EA4EF25ADBB1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726B7069-091B-F66D-5997-30B3BE9A05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59C80EA-8D72-7C21-46E9-043893EED5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464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1_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424711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47352F-5681-5B32-5816-0863515346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934" y="582933"/>
            <a:ext cx="10852496" cy="482338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9D9E8C-312F-C286-3D06-93BA3061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B28F7A-A16D-DAEB-79F7-28B790F915C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73C97DB-F87B-7BF2-A215-6BDC433A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C9836B90-DDBB-F052-4265-5C2CCDE762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41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A5C6C2-4BE5-E899-A0C4-3CD073D6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A084BC-C046-8A10-92A6-79BD116BC3A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FA3FEFD8-8350-F4E5-1307-8C1547E3D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0DDFF656-561F-1706-6D44-C93AD7F1D0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720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 preserve="1" userDrawn="1">
  <p:cSld name="Blank dark">
    <p:bg>
      <p:bgPr>
        <a:gradFill>
          <a:gsLst>
            <a:gs pos="0">
              <a:schemeClr val="accent1">
                <a:lumMod val="75000"/>
              </a:schemeClr>
            </a:gs>
            <a:gs pos="100000">
              <a:srgbClr val="2953F3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1C06104A-5EEA-C2DB-A011-1A5BA1732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934" y="2623226"/>
            <a:ext cx="10972132" cy="1499987"/>
          </a:xfrm>
        </p:spPr>
        <p:txBody>
          <a:bodyPr anchor="b">
            <a:noAutofit/>
          </a:bodyPr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Thank </a:t>
            </a:r>
            <a:r>
              <a:rPr lang="it-IT" err="1"/>
              <a:t>you</a:t>
            </a:r>
            <a:r>
              <a:rPr lang="it-IT"/>
              <a:t>!</a:t>
            </a:r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64BA209-3E89-0D9F-5CAD-44C105E73DF5}"/>
              </a:ext>
            </a:extLst>
          </p:cNvPr>
          <p:cNvSpPr txBox="1"/>
          <p:nvPr userDrawn="1"/>
        </p:nvSpPr>
        <p:spPr>
          <a:xfrm>
            <a:off x="4224519" y="1547569"/>
            <a:ext cx="374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BB65772-5233-83CE-A21D-F07D998180F0}"/>
              </a:ext>
            </a:extLst>
          </p:cNvPr>
          <p:cNvGrpSpPr/>
          <p:nvPr userDrawn="1"/>
        </p:nvGrpSpPr>
        <p:grpSpPr>
          <a:xfrm>
            <a:off x="3281178" y="5586961"/>
            <a:ext cx="5629636" cy="922966"/>
            <a:chOff x="688393" y="5790274"/>
            <a:chExt cx="5629636" cy="922966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7BF06F3E-4204-1E92-8B55-4E15DDE605AE}"/>
                </a:ext>
              </a:extLst>
            </p:cNvPr>
            <p:cNvSpPr txBox="1"/>
            <p:nvPr userDrawn="1"/>
          </p:nvSpPr>
          <p:spPr>
            <a:xfrm>
              <a:off x="688393" y="6282353"/>
              <a:ext cx="56296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>
                <a:solidFill>
                  <a:schemeClr val="bg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8" name="Immagine 7" descr="EU_flag.jpg">
              <a:extLst>
                <a:ext uri="{FF2B5EF4-FFF2-40B4-BE49-F238E27FC236}">
                  <a16:creationId xmlns:a16="http://schemas.microsoft.com/office/drawing/2014/main" id="{81B6829E-EE46-11E9-5709-03EF490DF0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5724" y="5790274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B311DB3-2E6E-A446-9BEC-82B7DDD1A8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702" y="443391"/>
            <a:ext cx="4406588" cy="11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61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1_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09934" y="524733"/>
            <a:ext cx="5380050" cy="15028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2199861"/>
            <a:ext cx="5059346" cy="39592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2" name="Segnaposto immagine 2">
            <a:extLst>
              <a:ext uri="{FF2B5EF4-FFF2-40B4-BE49-F238E27FC236}">
                <a16:creationId xmlns:a16="http://schemas.microsoft.com/office/drawing/2014/main" id="{08566262-D441-F67D-9953-C3882305DF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6929" y="315623"/>
            <a:ext cx="5475715" cy="5843440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46959C9-887F-53B8-7753-96BA0AFCA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27447D-A4B2-1A32-C65B-B70357957933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2C69ED61-DDAC-41C9-F311-7066D4CFA8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68AC03D8-004E-F772-1C17-2188DB0F4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583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D4E73D0-A4B2-3D4E-38B0-93F7340A2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599" y="1710237"/>
            <a:ext cx="10972131" cy="42072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CDE2ABB9-C9BF-9835-8C98-4FB9DCD3B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748FC0-7C44-567B-E6ED-FB7E4B3B9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B90555-C23C-DA3C-02E1-EA4EF25ADBB1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726B7069-091B-F66D-5997-30B3BE9A05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59C80EA-8D72-7C21-46E9-043893EED5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87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1_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424711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47352F-5681-5B32-5816-0863515346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934" y="582933"/>
            <a:ext cx="10852496" cy="482338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9D9E8C-312F-C286-3D06-93BA3061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B28F7A-A16D-DAEB-79F7-28B790F915C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73C97DB-F87B-7BF2-A215-6BDC433A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C9836B90-DDBB-F052-4265-5C2CCDE762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248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A5C6C2-4BE5-E899-A0C4-3CD073D6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A084BC-C046-8A10-92A6-79BD116BC3A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FA3FEFD8-8350-F4E5-1307-8C1547E3D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0DDFF656-561F-1706-6D44-C93AD7F1D0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710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 preserve="1" userDrawn="1">
  <p:cSld name="Blank dark">
    <p:bg>
      <p:bgPr>
        <a:gradFill>
          <a:gsLst>
            <a:gs pos="0">
              <a:schemeClr val="accent1">
                <a:lumMod val="75000"/>
              </a:schemeClr>
            </a:gs>
            <a:gs pos="100000">
              <a:srgbClr val="2953F3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1C06104A-5EEA-C2DB-A011-1A5BA1732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934" y="2623226"/>
            <a:ext cx="10972132" cy="1499987"/>
          </a:xfrm>
        </p:spPr>
        <p:txBody>
          <a:bodyPr anchor="b">
            <a:noAutofit/>
          </a:bodyPr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Thank </a:t>
            </a:r>
            <a:r>
              <a:rPr lang="it-IT" err="1"/>
              <a:t>you</a:t>
            </a:r>
            <a:r>
              <a:rPr lang="it-IT"/>
              <a:t>!</a:t>
            </a:r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64BA209-3E89-0D9F-5CAD-44C105E73DF5}"/>
              </a:ext>
            </a:extLst>
          </p:cNvPr>
          <p:cNvSpPr txBox="1"/>
          <p:nvPr userDrawn="1"/>
        </p:nvSpPr>
        <p:spPr>
          <a:xfrm>
            <a:off x="4224519" y="1547569"/>
            <a:ext cx="374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BB65772-5233-83CE-A21D-F07D998180F0}"/>
              </a:ext>
            </a:extLst>
          </p:cNvPr>
          <p:cNvGrpSpPr/>
          <p:nvPr userDrawn="1"/>
        </p:nvGrpSpPr>
        <p:grpSpPr>
          <a:xfrm>
            <a:off x="3281178" y="5586961"/>
            <a:ext cx="5629636" cy="922966"/>
            <a:chOff x="688393" y="5790274"/>
            <a:chExt cx="5629636" cy="922966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7BF06F3E-4204-1E92-8B55-4E15DDE605AE}"/>
                </a:ext>
              </a:extLst>
            </p:cNvPr>
            <p:cNvSpPr txBox="1"/>
            <p:nvPr userDrawn="1"/>
          </p:nvSpPr>
          <p:spPr>
            <a:xfrm>
              <a:off x="688393" y="6282353"/>
              <a:ext cx="56296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>
                <a:solidFill>
                  <a:schemeClr val="bg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8" name="Immagine 7" descr="EU_flag.jpg">
              <a:extLst>
                <a:ext uri="{FF2B5EF4-FFF2-40B4-BE49-F238E27FC236}">
                  <a16:creationId xmlns:a16="http://schemas.microsoft.com/office/drawing/2014/main" id="{81B6829E-EE46-11E9-5709-03EF490DF0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5724" y="5790274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B311DB3-2E6E-A446-9BEC-82B7DDD1A8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702" y="443391"/>
            <a:ext cx="4406588" cy="11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78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Small img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09934" y="524733"/>
            <a:ext cx="5380050" cy="15028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2199861"/>
            <a:ext cx="5059346" cy="39592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2" name="Segnaposto immagine 2">
            <a:extLst>
              <a:ext uri="{FF2B5EF4-FFF2-40B4-BE49-F238E27FC236}">
                <a16:creationId xmlns:a16="http://schemas.microsoft.com/office/drawing/2014/main" id="{08566262-D441-F67D-9953-C3882305DF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6929" y="315623"/>
            <a:ext cx="5475715" cy="5843440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46959C9-887F-53B8-7753-96BA0AFCA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27447D-A4B2-1A32-C65B-B70357957933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2C69ED61-DDAC-41C9-F311-7066D4CFA8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68AC03D8-004E-F772-1C17-2188DB0F4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428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+diagram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D4E73D0-A4B2-3D4E-38B0-93F7340A2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599" y="1710237"/>
            <a:ext cx="10972131" cy="42072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CDE2ABB9-C9BF-9835-8C98-4FB9DCD3B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748FC0-7C44-567B-E6ED-FB7E4B3B9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B90555-C23C-DA3C-02E1-EA4EF25ADBB1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726B7069-091B-F66D-5997-30B3BE9A05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59C80EA-8D72-7C21-46E9-043893EED5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11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Graph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424711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47352F-5681-5B32-5816-0863515346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934" y="582933"/>
            <a:ext cx="10852496" cy="482338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9D9E8C-312F-C286-3D06-93BA3061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B28F7A-A16D-DAEB-79F7-28B790F915C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73C97DB-F87B-7BF2-A215-6BDC433A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C9836B90-DDBB-F052-4265-5C2CCDE762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976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A5C6C2-4BE5-E899-A0C4-3CD073D6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A084BC-C046-8A10-92A6-79BD116BC3A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FA3FEFD8-8350-F4E5-1307-8C1547E3D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0DDFF656-561F-1706-6D44-C93AD7F1D0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215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 preserve="1" userDrawn="1">
  <p:cSld name="Closing">
    <p:bg>
      <p:bgPr>
        <a:gradFill>
          <a:gsLst>
            <a:gs pos="0">
              <a:schemeClr val="accent1">
                <a:lumMod val="75000"/>
              </a:schemeClr>
            </a:gs>
            <a:gs pos="100000">
              <a:srgbClr val="2953F3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1C06104A-5EEA-C2DB-A011-1A5BA1732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934" y="2623226"/>
            <a:ext cx="10972132" cy="1499987"/>
          </a:xfrm>
        </p:spPr>
        <p:txBody>
          <a:bodyPr anchor="b">
            <a:noAutofit/>
          </a:bodyPr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/>
              <a:t>Thank </a:t>
            </a:r>
            <a:r>
              <a:rPr lang="it-IT" err="1"/>
              <a:t>you</a:t>
            </a:r>
            <a:r>
              <a:rPr lang="it-IT"/>
              <a:t>!</a:t>
            </a:r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64BA209-3E89-0D9F-5CAD-44C105E73DF5}"/>
              </a:ext>
            </a:extLst>
          </p:cNvPr>
          <p:cNvSpPr txBox="1"/>
          <p:nvPr userDrawn="1"/>
        </p:nvSpPr>
        <p:spPr>
          <a:xfrm>
            <a:off x="4224519" y="1547569"/>
            <a:ext cx="374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BB65772-5233-83CE-A21D-F07D998180F0}"/>
              </a:ext>
            </a:extLst>
          </p:cNvPr>
          <p:cNvGrpSpPr/>
          <p:nvPr userDrawn="1"/>
        </p:nvGrpSpPr>
        <p:grpSpPr>
          <a:xfrm>
            <a:off x="3281178" y="5586961"/>
            <a:ext cx="5629636" cy="922966"/>
            <a:chOff x="688393" y="5790274"/>
            <a:chExt cx="5629636" cy="922966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7BF06F3E-4204-1E92-8B55-4E15DDE605AE}"/>
                </a:ext>
              </a:extLst>
            </p:cNvPr>
            <p:cNvSpPr txBox="1"/>
            <p:nvPr userDrawn="1"/>
          </p:nvSpPr>
          <p:spPr>
            <a:xfrm>
              <a:off x="688393" y="6282353"/>
              <a:ext cx="56296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>
                <a:solidFill>
                  <a:schemeClr val="bg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8" name="Immagine 7" descr="EU_flag.jpg">
              <a:extLst>
                <a:ext uri="{FF2B5EF4-FFF2-40B4-BE49-F238E27FC236}">
                  <a16:creationId xmlns:a16="http://schemas.microsoft.com/office/drawing/2014/main" id="{81B6829E-EE46-11E9-5709-03EF490DF0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5724" y="5790274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B311DB3-2E6E-A446-9BEC-82B7DDD1A8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702" y="443391"/>
            <a:ext cx="4406588" cy="11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161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1_Blank dark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65C803B4-9C58-EA02-F525-1E4205589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5130" y="6356351"/>
            <a:ext cx="526869" cy="501650"/>
          </a:xfrm>
          <a:prstGeom prst="rect">
            <a:avLst/>
          </a:prstGeom>
        </p:spPr>
        <p:txBody>
          <a:bodyPr vert="horz" lIns="0" tIns="0" rIns="10800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1FFA4B92-604C-DF4A-82F5-53F7CAD8960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82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FC117EF-B0AF-4F02-18E2-AB6B597D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85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DD9838-0D1D-D74A-54AF-8A5BE3D2B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3503"/>
            <a:ext cx="10515600" cy="3483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C23A0D0-DD2F-66FD-AF42-D2FAF591D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8377" y="6374675"/>
            <a:ext cx="683623" cy="471230"/>
          </a:xfrm>
          <a:prstGeom prst="rect">
            <a:avLst/>
          </a:prstGeom>
        </p:spPr>
        <p:txBody>
          <a:bodyPr vert="horz" lIns="91440" tIns="45720" rIns="180000" bIns="7200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180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8" r:id="rId11"/>
    <p:sldLayoutId id="2147483679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685" r:id="rId18"/>
    <p:sldLayoutId id="2147483686" r:id="rId19"/>
    <p:sldLayoutId id="2147483649" r:id="rId20"/>
    <p:sldLayoutId id="2147483650" r:id="rId21"/>
    <p:sldLayoutId id="2147483651" r:id="rId22"/>
    <p:sldLayoutId id="2147483693" r:id="rId23"/>
    <p:sldLayoutId id="2147483652" r:id="rId24"/>
    <p:sldLayoutId id="2147483653" r:id="rId25"/>
    <p:sldLayoutId id="2147483654" r:id="rId26"/>
    <p:sldLayoutId id="2147483695" r:id="rId27"/>
    <p:sldLayoutId id="2147483655" r:id="rId28"/>
    <p:sldLayoutId id="2147483656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8" r:id="rId35"/>
    <p:sldLayoutId id="2147483689" r:id="rId36"/>
    <p:sldLayoutId id="2147483690" r:id="rId37"/>
    <p:sldLayoutId id="2147483691" r:id="rId38"/>
    <p:sldLayoutId id="2147483692" r:id="rId39"/>
    <p:sldLayoutId id="2147483659" r:id="rId40"/>
    <p:sldLayoutId id="2147483660" r:id="rId41"/>
    <p:sldLayoutId id="2147483694" r:id="rId42"/>
    <p:sldLayoutId id="2147483657" r:id="rId43"/>
    <p:sldLayoutId id="2147483658" r:id="rId44"/>
    <p:sldLayoutId id="2147483696" r:id="rId4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953F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t.sharepoint.com/:p:/r/sites/DEDALUS/Documenti%20condivisi/General/Meetings/2025-05-08%20ETIP%20SNET%20Munich/DEDALUS-ETIP%20SNET(Munich).pptx?d=w4d9499bb67b34346885a2ba88dfc25cd&amp;csf=1&amp;web=1&amp;e=Qt6CZd" TargetMode="External"/><Relationship Id="rId2" Type="http://schemas.openxmlformats.org/officeDocument/2006/relationships/hyperlink" Target="https://smart-networks-energy-transition.ec.europa.eu/events/current-and-past-events/21st-etip-snet-regional-workshop" TargetMode="Externa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git.sharepoint.com/:x:/r/sites/DEDALUS/Documenti%20condivisi/WP4/DEDALUS%20-%20Services%20developed%20per%20pilot.xlsx?d=wc6fc8f7ae6be4e619395496a7c9bafb7&amp;csf=1&amp;web=1&amp;e=dOpoam" TargetMode="Externa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git.sharepoint.com/:w:/r/sites/DEDALUS/Documenti%20condivisi/WP4/Deliverables/D4.3/ToC/DEDALUS_D4.3_ENG_ToC_v0.1.docx?d=we4d27ca5198549e7965e870ce7d8abac&amp;csf=1&amp;web=1&amp;e=peulOd" TargetMode="Externa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t.sharepoint.com/:x:/r/sites/DEDALUS/Documenti%20condivisi/WP4/DEDALUS%20-%20Services%20developed%20per%20pilot.xlsx?d=wc6fc8f7ae6be4e619395496a7c9bafb7&amp;csf=1&amp;web=1&amp;e=dOpoa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t.sharepoint.com/:x:/r/sites/DEDALUS/Documenti%20condivisi/General/Mailing%20Lists/DEDALUS_Mailing%20Lists_TEAMS.xlsx?d=w8117e5647a364d11bd027797d0054427&amp;csf=1&amp;web=1&amp;e=Uf5xt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t.sharepoint.com/:x:/r/sites/DEDALUS/Documenti%20condivisi/WP4/DEDALUS_Tasks_pilots_involvement.xlsx?d=w184ec741422e4eb2baec7da038cf9fd2&amp;csf=1&amp;web=1&amp;e=K4AZ38" TargetMode="External"/><Relationship Id="rId2" Type="http://schemas.openxmlformats.org/officeDocument/2006/relationships/hyperlink" Target="https://engit.sharepoint.com/:f:/r/sites/DEDALUS/Documenti%20condivisi/WP4?csf=1&amp;web=1&amp;e=oDWfrX" TargetMode="Externa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9.emf"/><Relationship Id="rId5" Type="http://schemas.openxmlformats.org/officeDocument/2006/relationships/hyperlink" Target="https://engit.sharepoint.com/:x:/r/sites/DEDALUS/Documenti%20condivisi/WP4/DEDALUS%20-%20Services%20developed%20per%20pilot.xlsx?d=wc6fc8f7ae6be4e619395496a7c9bafb7&amp;csf=1&amp;web=1&amp;e=dOpoam" TargetMode="External"/><Relationship Id="rId4" Type="http://schemas.openxmlformats.org/officeDocument/2006/relationships/hyperlink" Target="https://engit.sharepoint.com/:x:/r/sites/DEDALUS/Documenti%20condivisi/WP4/DEDALUS%20-%20Services%20developed%20per%20pilot.xlsx?d=wc6fc8f7ae6be4e619395496a7c9bafb7&amp;csf=1&amp;web=1&amp;e=11sZ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E9818-4679-11C1-AC47-4226112F0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96" y="2067165"/>
            <a:ext cx="10471390" cy="2315443"/>
          </a:xfrm>
        </p:spPr>
        <p:txBody>
          <a:bodyPr>
            <a:noAutofit/>
          </a:bodyPr>
          <a:lstStyle/>
          <a:p>
            <a:r>
              <a:rPr lang="en-GB" sz="4000"/>
              <a:t>WP4: </a:t>
            </a:r>
            <a:r>
              <a:rPr lang="en-US" sz="4000"/>
              <a:t>Value added energy and non-energy data-driven services for DR in</a:t>
            </a:r>
            <a:br>
              <a:rPr lang="en-US" sz="4000"/>
            </a:br>
            <a:r>
              <a:rPr lang="en-US" sz="4000"/>
              <a:t>energy-efficient residential buildings</a:t>
            </a:r>
            <a:r>
              <a:rPr lang="en-GB" sz="4000"/>
              <a:t> - Handover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6B1058-EA5C-FDBC-A0CE-F108F65434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12/05/2025</a:t>
            </a:r>
            <a:r>
              <a:rPr lang="en-GB"/>
              <a:t> → Remote</a:t>
            </a:r>
            <a:endParaRPr lang="en-US"/>
          </a:p>
        </p:txBody>
      </p:sp>
      <p:pic>
        <p:nvPicPr>
          <p:cNvPr id="5" name="Immagine 4" descr="Immagine che contiene Elementi grafici, Carattere, nero, schermata&#10;&#10;Descrizione generata automaticamente">
            <a:extLst>
              <a:ext uri="{FF2B5EF4-FFF2-40B4-BE49-F238E27FC236}">
                <a16:creationId xmlns:a16="http://schemas.microsoft.com/office/drawing/2014/main" id="{A56A34B1-5680-5657-62CB-E5DD76F7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405" y="5898984"/>
            <a:ext cx="2398844" cy="89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2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D89F572-ECCB-67E1-6D2D-FD8229772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8965" indent="-507365"/>
            <a:r>
              <a:rPr lang="it-IT">
                <a:solidFill>
                  <a:srgbClr val="0048E5"/>
                </a:solidFill>
              </a:rPr>
              <a:t>Updates </a:t>
            </a:r>
            <a:r>
              <a:rPr lang="it-IT" err="1">
                <a:solidFill>
                  <a:srgbClr val="0048E5"/>
                </a:solidFill>
              </a:rPr>
              <a:t>at</a:t>
            </a:r>
            <a:r>
              <a:rPr lang="it-IT">
                <a:solidFill>
                  <a:srgbClr val="0048E5"/>
                </a:solidFill>
              </a:rPr>
              <a:t> WP </a:t>
            </a:r>
            <a:r>
              <a:rPr lang="it-IT" err="1">
                <a:solidFill>
                  <a:srgbClr val="0048E5"/>
                </a:solidFill>
              </a:rPr>
              <a:t>level</a:t>
            </a:r>
            <a:endParaRPr lang="it-IT">
              <a:solidFill>
                <a:srgbClr val="0048E5"/>
              </a:solidFill>
            </a:endParaRPr>
          </a:p>
          <a:p>
            <a:pPr marL="608965" indent="-507365"/>
            <a:r>
              <a:rPr lang="it-IT">
                <a:solidFill>
                  <a:srgbClr val="0048E5"/>
                </a:solidFill>
              </a:rPr>
              <a:t>Service file</a:t>
            </a:r>
          </a:p>
          <a:p>
            <a:pPr marL="608965" indent="-507365"/>
            <a:r>
              <a:rPr lang="it-IT">
                <a:solidFill>
                  <a:srgbClr val="0048E5"/>
                </a:solidFill>
              </a:rPr>
              <a:t>D4.3 </a:t>
            </a:r>
          </a:p>
          <a:p>
            <a:pPr marL="1218550" lvl="1" indent="-507365"/>
            <a:r>
              <a:rPr lang="it-IT" err="1">
                <a:solidFill>
                  <a:srgbClr val="0048E5"/>
                </a:solidFill>
              </a:rPr>
              <a:t>ToC</a:t>
            </a:r>
            <a:endParaRPr lang="it-IT">
              <a:solidFill>
                <a:srgbClr val="0048E5"/>
              </a:solidFill>
            </a:endParaRPr>
          </a:p>
          <a:p>
            <a:pPr marL="1218550" lvl="1" indent="-507365"/>
            <a:r>
              <a:rPr lang="it-IT">
                <a:solidFill>
                  <a:srgbClr val="0048E5"/>
                </a:solidFill>
              </a:rPr>
              <a:t>Release plan</a:t>
            </a:r>
          </a:p>
          <a:p>
            <a:pPr marL="608965" indent="-507365"/>
            <a:r>
              <a:rPr lang="it-IT">
                <a:solidFill>
                  <a:srgbClr val="0048E5"/>
                </a:solidFill>
              </a:rPr>
              <a:t>Updates </a:t>
            </a:r>
            <a:r>
              <a:rPr lang="it-IT" err="1">
                <a:solidFill>
                  <a:srgbClr val="0048E5"/>
                </a:solidFill>
              </a:rPr>
              <a:t>at</a:t>
            </a:r>
            <a:r>
              <a:rPr lang="it-IT">
                <a:solidFill>
                  <a:srgbClr val="0048E5"/>
                </a:solidFill>
              </a:rPr>
              <a:t> Task </a:t>
            </a:r>
            <a:r>
              <a:rPr lang="it-IT" err="1">
                <a:solidFill>
                  <a:srgbClr val="0048E5"/>
                </a:solidFill>
              </a:rPr>
              <a:t>level</a:t>
            </a:r>
            <a:endParaRPr lang="it-IT">
              <a:solidFill>
                <a:srgbClr val="0048E5"/>
              </a:solidFill>
            </a:endParaRPr>
          </a:p>
          <a:p>
            <a:pPr marL="608965" indent="-507365"/>
            <a:r>
              <a:rPr lang="it-IT">
                <a:solidFill>
                  <a:srgbClr val="0048E5"/>
                </a:solidFill>
              </a:rPr>
              <a:t>Next steps</a:t>
            </a:r>
          </a:p>
          <a:p>
            <a:pPr marL="608965" indent="-507365"/>
            <a:r>
              <a:rPr lang="it-IT" err="1">
                <a:solidFill>
                  <a:srgbClr val="0048E5"/>
                </a:solidFill>
              </a:rPr>
              <a:t>Recap</a:t>
            </a:r>
            <a:r>
              <a:rPr lang="it-IT">
                <a:solidFill>
                  <a:srgbClr val="0048E5"/>
                </a:solidFill>
              </a:rPr>
              <a:t> of the actions</a:t>
            </a:r>
          </a:p>
          <a:p>
            <a:pPr marL="608965" indent="-507365"/>
            <a:endParaRPr lang="it-IT">
              <a:solidFill>
                <a:srgbClr val="0048E5"/>
              </a:solidFill>
            </a:endParaRPr>
          </a:p>
          <a:p>
            <a:pPr marL="608965" indent="-507365"/>
            <a:endParaRPr lang="it-IT">
              <a:solidFill>
                <a:srgbClr val="0048E5"/>
              </a:solidFill>
            </a:endParaRPr>
          </a:p>
          <a:p>
            <a:pPr marL="608965" indent="-507365"/>
            <a:endParaRPr lang="it-IT">
              <a:solidFill>
                <a:srgbClr val="00B050"/>
              </a:solidFill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4530BF5-52A1-54F6-0A40-DBF4EB8F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Calibri"/>
              </a:rPr>
              <a:t>Agenda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060848-C145-EF07-F322-4C165F03B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EE281A-F944-2A4E-ADD4-0BA89AF575CE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708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1512D-C616-7D15-1D3E-AC269E5C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AE5706A-E831-25DC-E448-E6D285FBF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8965" indent="-507365"/>
            <a:r>
              <a:rPr lang="en-US" b="1">
                <a:cs typeface="Calibri"/>
              </a:rPr>
              <a:t>ACTIONS FROM LAST MEETING (For all the WP participants)</a:t>
            </a:r>
            <a:endParaRPr lang="en-US" b="1"/>
          </a:p>
          <a:p>
            <a:pPr marL="1218565" lvl="1" indent="-507365">
              <a:buAutoNum type="arabicPeriod"/>
            </a:pPr>
            <a:r>
              <a:rPr lang="en-US">
                <a:cs typeface="Calibri"/>
              </a:rPr>
              <a:t>Complete the </a:t>
            </a:r>
            <a:r>
              <a:rPr lang="en-US" b="1">
                <a:cs typeface="Calibri"/>
              </a:rPr>
              <a:t>service file</a:t>
            </a:r>
            <a:r>
              <a:rPr lang="en-US">
                <a:cs typeface="Calibri"/>
              </a:rPr>
              <a:t> </a:t>
            </a:r>
            <a:r>
              <a:rPr lang="en-US">
                <a:solidFill>
                  <a:srgbClr val="0048E5"/>
                </a:solidFill>
                <a:cs typeface="Calibri"/>
              </a:rPr>
              <a:t>- </a:t>
            </a:r>
            <a:r>
              <a:rPr lang="en-US">
                <a:solidFill>
                  <a:srgbClr val="00B050"/>
                </a:solidFill>
                <a:cs typeface="Calibri"/>
              </a:rPr>
              <a:t>thanks to who have already updated</a:t>
            </a:r>
          </a:p>
          <a:p>
            <a:pPr marL="1218565" lvl="1" indent="-507365">
              <a:buAutoNum type="arabicPeriod"/>
            </a:pPr>
            <a:r>
              <a:rPr lang="en-US">
                <a:cs typeface="Calibri"/>
              </a:rPr>
              <a:t>Continue to follow the well-established plans at the task level</a:t>
            </a:r>
          </a:p>
          <a:p>
            <a:pPr marL="608965" indent="-507365"/>
            <a:endParaRPr lang="en-US">
              <a:solidFill>
                <a:srgbClr val="00B050"/>
              </a:solidFill>
            </a:endParaRPr>
          </a:p>
          <a:p>
            <a:pPr marL="608965" indent="-507365"/>
            <a:r>
              <a:rPr lang="it-IT">
                <a:cs typeface="Calibri"/>
              </a:rPr>
              <a:t>A </a:t>
            </a:r>
            <a:r>
              <a:rPr lang="it-IT" err="1">
                <a:cs typeface="Calibri"/>
              </a:rPr>
              <a:t>couple</a:t>
            </a:r>
            <a:r>
              <a:rPr lang="it-IT">
                <a:cs typeface="Calibri"/>
              </a:rPr>
              <a:t> of AI-</a:t>
            </a:r>
            <a:r>
              <a:rPr lang="it-IT" err="1">
                <a:cs typeface="Calibri"/>
              </a:rPr>
              <a:t>based</a:t>
            </a:r>
            <a:r>
              <a:rPr lang="it-IT">
                <a:cs typeface="Calibri"/>
              </a:rPr>
              <a:t> </a:t>
            </a:r>
            <a:r>
              <a:rPr lang="it-IT" err="1">
                <a:cs typeface="Calibri"/>
              </a:rPr>
              <a:t>scenarios</a:t>
            </a:r>
            <a:r>
              <a:rPr lang="it-IT">
                <a:cs typeface="Calibri"/>
              </a:rPr>
              <a:t> </a:t>
            </a:r>
            <a:r>
              <a:rPr lang="it-IT" err="1">
                <a:cs typeface="Calibri"/>
              </a:rPr>
              <a:t>prepared</a:t>
            </a:r>
            <a:r>
              <a:rPr lang="it-IT">
                <a:cs typeface="Calibri"/>
              </a:rPr>
              <a:t> for </a:t>
            </a:r>
            <a:r>
              <a:rPr lang="it-IT">
                <a:solidFill>
                  <a:srgbClr val="1155CC"/>
                </a:solidFill>
                <a:latin typeface="Arial"/>
                <a:cs typeface="Arial"/>
                <a:hlinkClick r:id="rId2"/>
              </a:rPr>
              <a:t>21st ETIP SNET Regional Workshop | ETIP SNET</a:t>
            </a:r>
            <a:r>
              <a:rPr lang="it-IT">
                <a:latin typeface="Franklin Gothic Book"/>
                <a:cs typeface="Calibri"/>
              </a:rPr>
              <a:t> - </a:t>
            </a:r>
            <a:r>
              <a:rPr lang="it-IT">
                <a:solidFill>
                  <a:srgbClr val="00B050"/>
                </a:solidFill>
                <a:latin typeface="Franklin Gothic Book"/>
                <a:cs typeface="Calibri"/>
              </a:rPr>
              <a:t>thanks to DOMX and UNIVPM for the </a:t>
            </a:r>
            <a:r>
              <a:rPr lang="it-IT" err="1">
                <a:solidFill>
                  <a:srgbClr val="00B050"/>
                </a:solidFill>
                <a:latin typeface="Franklin Gothic Book"/>
                <a:cs typeface="Calibri"/>
              </a:rPr>
              <a:t>great</a:t>
            </a:r>
            <a:r>
              <a:rPr lang="it-IT">
                <a:solidFill>
                  <a:srgbClr val="00B050"/>
                </a:solidFill>
                <a:latin typeface="Franklin Gothic Book"/>
                <a:cs typeface="Calibri"/>
              </a:rPr>
              <a:t> support</a:t>
            </a:r>
            <a:r>
              <a:rPr lang="it-IT">
                <a:solidFill>
                  <a:srgbClr val="00B050"/>
                </a:solidFill>
                <a:cs typeface="Calibri"/>
              </a:rPr>
              <a:t> </a:t>
            </a:r>
            <a:r>
              <a:rPr lang="it-IT">
                <a:cs typeface="Calibri"/>
              </a:rPr>
              <a:t>(slides </a:t>
            </a:r>
            <a:r>
              <a:rPr lang="it-IT" err="1">
                <a:cs typeface="Calibri"/>
              </a:rPr>
              <a:t>available</a:t>
            </a:r>
            <a:r>
              <a:rPr lang="it-IT">
                <a:cs typeface="Calibri"/>
              </a:rPr>
              <a:t> </a:t>
            </a:r>
            <a:r>
              <a:rPr lang="it-IT">
                <a:cs typeface="Calibri"/>
                <a:hlinkClick r:id="rId3"/>
              </a:rPr>
              <a:t>here</a:t>
            </a:r>
            <a:r>
              <a:rPr lang="it-IT">
                <a:cs typeface="Calibri"/>
              </a:rPr>
              <a:t>)</a:t>
            </a:r>
            <a:endParaRPr lang="it-IT">
              <a:solidFill>
                <a:srgbClr val="0048E5"/>
              </a:solidFill>
            </a:endParaRPr>
          </a:p>
          <a:p>
            <a:pPr marL="608965" indent="-507365"/>
            <a:endParaRPr lang="it-IT">
              <a:solidFill>
                <a:srgbClr val="00B050"/>
              </a:solidFill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A0F0A91-36C0-5909-16D6-49723046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Calibri"/>
              </a:rPr>
              <a:t>Updates from last meeting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F9AAF8-7D35-C1D4-8EBA-F39FFFD1E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EE281A-F944-2A4E-ADD4-0BA89AF575CE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440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4828-237A-E65D-71FB-7C1997A2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4159007-CF1D-2668-B6FA-765F1FAB7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8965" indent="-507365"/>
            <a:r>
              <a:rPr lang="en-US">
                <a:cs typeface="Calibri"/>
                <a:hlinkClick r:id="rId2"/>
              </a:rPr>
              <a:t>DEDALUS - Services developed per pilot.xlsx</a:t>
            </a:r>
            <a:endParaRPr lang="en-US"/>
          </a:p>
          <a:p>
            <a:pPr marL="608965" indent="-507365"/>
            <a:endParaRPr lang="en-US"/>
          </a:p>
          <a:p>
            <a:pPr marL="608965" indent="-507365"/>
            <a:endParaRPr lang="it-IT">
              <a:solidFill>
                <a:srgbClr val="00B050"/>
              </a:solidFill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043753E-DD53-BDDA-7947-B63F00F4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Calibri"/>
              </a:rPr>
              <a:t>New «</a:t>
            </a:r>
            <a:r>
              <a:rPr lang="it-IT" err="1">
                <a:cs typeface="Calibri"/>
              </a:rPr>
              <a:t>Summary</a:t>
            </a:r>
            <a:r>
              <a:rPr lang="it-IT">
                <a:cs typeface="Calibri"/>
              </a:rPr>
              <a:t>» in the service file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69A798-9CCA-1736-AF7E-6F0DACA51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EE281A-F944-2A4E-ADD4-0BA89AF575CE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4690819-B7B5-B95F-9655-EC047E7D3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34" y="2222214"/>
            <a:ext cx="8969495" cy="376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7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1640-75EC-4653-D88E-AEBEA017B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FD3A5D5-20C1-AA40-F7AE-273512E91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740966"/>
            <a:ext cx="5494477" cy="3954440"/>
          </a:xfrm>
        </p:spPr>
        <p:txBody>
          <a:bodyPr/>
          <a:lstStyle/>
          <a:p>
            <a:pPr marL="444500" indent="-342900"/>
            <a:r>
              <a:rPr lang="en-US">
                <a:ea typeface="+mn-lt"/>
                <a:cs typeface="+mn-lt"/>
                <a:hlinkClick r:id="rId2"/>
              </a:rPr>
              <a:t>DEDALUS_D4.3_ENG_ToC_v0.1.docx</a:t>
            </a:r>
            <a:endParaRPr lang="en-US" b="1"/>
          </a:p>
          <a:p>
            <a:pPr marL="101600" indent="0" algn="just">
              <a:buNone/>
            </a:pPr>
            <a:endParaRPr lang="en-US" b="1">
              <a:latin typeface="Franklin Gothic Medium"/>
              <a:cs typeface="Calibri"/>
            </a:endParaRPr>
          </a:p>
          <a:p>
            <a:pPr marL="101600" indent="0" algn="just">
              <a:buNone/>
            </a:pPr>
            <a:r>
              <a:rPr lang="en-US" b="1">
                <a:latin typeface="Franklin Gothic Medium"/>
                <a:cs typeface="Calibri"/>
              </a:rPr>
              <a:t>Table of contents</a:t>
            </a:r>
            <a:endParaRPr lang="en-US">
              <a:latin typeface="Franklin Gothic Medium"/>
              <a:cs typeface="Calibri"/>
            </a:endParaRPr>
          </a:p>
          <a:p>
            <a:pPr marL="101600" indent="0" algn="just">
              <a:buNone/>
            </a:pPr>
            <a:r>
              <a:rPr lang="en-GB" sz="1600">
                <a:solidFill>
                  <a:srgbClr val="000000"/>
                </a:solidFill>
                <a:cs typeface="Calibri"/>
              </a:rPr>
              <a:t>1.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Introduction (ENG)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12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1.1.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Purpose and audience of the document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12</a:t>
            </a:r>
            <a:endParaRPr lang="en-US" sz="1200" b="1">
              <a:cs typeface="Calibri"/>
            </a:endParaRPr>
          </a:p>
          <a:p>
            <a:pPr marL="101600" indent="0" algn="just"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1.2.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Relation to other activities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12</a:t>
            </a:r>
            <a:endParaRPr lang="en-US" sz="1200" b="1">
              <a:cs typeface="Calibri"/>
            </a:endParaRPr>
          </a:p>
          <a:p>
            <a:pPr marL="101600" indent="0" algn="just"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1.3.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Structure of the document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12</a:t>
            </a:r>
            <a:endParaRPr lang="en-US" sz="1200" b="1">
              <a:cs typeface="Calibri"/>
            </a:endParaRPr>
          </a:p>
          <a:p>
            <a:pPr marL="101600" indent="0" algn="just">
              <a:buNone/>
            </a:pPr>
            <a:r>
              <a:rPr lang="en-US" sz="1600">
                <a:solidFill>
                  <a:srgbClr val="000000"/>
                </a:solidFill>
                <a:cs typeface="Calibri"/>
              </a:rPr>
              <a:t>2.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000000"/>
                </a:solidFill>
                <a:cs typeface="Calibri"/>
              </a:rPr>
              <a:t>Digital Twins for optimal assets vs consumers flexibility planning (ENG, TUC)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13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2.1.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Digital Twins for consumer-aware optimal flexibility planning (ENG)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13</a:t>
            </a:r>
            <a:endParaRPr lang="en-US" sz="1200" b="1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2.1.1.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Overview of the service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13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2.1.2.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Architectural diagram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14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2.1.3.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Data for service execution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14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2.1.4.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Service output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14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2.1.5.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Main benefit and innovation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14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2.1.6.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Development activity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15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2.1.7.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Outlook for the future expected </a:t>
            </a:r>
            <a:r>
              <a:rPr lang="en-GB" sz="1200" err="1">
                <a:solidFill>
                  <a:srgbClr val="000000"/>
                </a:solidFill>
                <a:cs typeface="Calibri"/>
              </a:rPr>
              <a:t>release</a:t>
            </a:r>
            <a:r>
              <a:rPr lang="en-GB" sz="1200" u="sng" err="1">
                <a:solidFill>
                  <a:srgbClr val="000000"/>
                </a:solidFill>
                <a:cs typeface="Calibri"/>
              </a:rPr>
              <a:t>Test</a:t>
            </a:r>
            <a:r>
              <a:rPr lang="en-GB" sz="1200" u="sng">
                <a:solidFill>
                  <a:srgbClr val="000000"/>
                </a:solidFill>
                <a:cs typeface="Calibri"/>
              </a:rPr>
              <a:t> results and possible evolutions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15</a:t>
            </a:r>
            <a:endParaRPr lang="en-US" sz="1200">
              <a:cs typeface="Calibri"/>
            </a:endParaRPr>
          </a:p>
          <a:p>
            <a:pPr marL="101600" indent="0" algn="just"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2.2.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Apartment building Digital Twin for blockchain integration (TUC)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16</a:t>
            </a:r>
            <a:endParaRPr lang="en-US" sz="1200" b="1"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2.2.1.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Overview of the service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16</a:t>
            </a:r>
            <a:endParaRPr lang="en-US" sz="1200">
              <a:solidFill>
                <a:srgbClr val="0048E5"/>
              </a:solidFill>
              <a:cs typeface="Calibri"/>
            </a:endParaRPr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2.2.2.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Architectural diagram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>
                <a:solidFill>
                  <a:srgbClr val="000000"/>
                </a:solidFill>
                <a:cs typeface="Calibri"/>
              </a:rPr>
              <a:t>16</a:t>
            </a:r>
            <a:endParaRPr lang="en-GB"/>
          </a:p>
          <a:p>
            <a:pPr marL="101600" indent="0" algn="just"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...</a:t>
            </a:r>
            <a:endParaRPr lang="en-US" sz="1200"/>
          </a:p>
          <a:p>
            <a:pPr marL="101600" indent="0">
              <a:buNone/>
            </a:pPr>
            <a:endParaRPr lang="en-US"/>
          </a:p>
          <a:p>
            <a:pPr marL="608965" indent="-507365"/>
            <a:endParaRPr lang="en-US"/>
          </a:p>
          <a:p>
            <a:pPr marL="608965" indent="-507365"/>
            <a:endParaRPr lang="it-IT">
              <a:solidFill>
                <a:srgbClr val="00B050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4491EE-79A4-5AFE-AA0B-C509B54B3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EE281A-F944-2A4E-ADD4-0BA89AF575CE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6" name="Segnaposto testo 1">
            <a:extLst>
              <a:ext uri="{FF2B5EF4-FFF2-40B4-BE49-F238E27FC236}">
                <a16:creationId xmlns:a16="http://schemas.microsoft.com/office/drawing/2014/main" id="{F908269D-06B0-5B49-56E1-3A179A07BA32}"/>
              </a:ext>
            </a:extLst>
          </p:cNvPr>
          <p:cNvSpPr txBox="1">
            <a:spLocks/>
          </p:cNvSpPr>
          <p:nvPr/>
        </p:nvSpPr>
        <p:spPr>
          <a:xfrm>
            <a:off x="6090088" y="1737217"/>
            <a:ext cx="5906707" cy="39606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609585" lvl="0" indent="-50798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2400" kern="1200">
                <a:solidFill>
                  <a:srgbClr val="2953F3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19170" lvl="1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0" indent="0">
              <a:buFont typeface="Arial" panose="020B0604020202020204" pitchFamily="34" charset="0"/>
              <a:buNone/>
            </a:pPr>
            <a:endParaRPr lang="en-US">
              <a:cs typeface="Calibri"/>
            </a:endParaRPr>
          </a:p>
          <a:p>
            <a:pPr marL="101600" indent="0">
              <a:buFont typeface="Arial" panose="020B0604020202020204" pitchFamily="34" charset="0"/>
              <a:buNone/>
            </a:pPr>
            <a:endParaRPr lang="en-US"/>
          </a:p>
          <a:p>
            <a:pPr marL="101600" indent="0" algn="just">
              <a:buNone/>
            </a:pPr>
            <a:endParaRPr lang="en-GB" sz="1600">
              <a:solidFill>
                <a:srgbClr val="000000"/>
              </a:solidFill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600">
                <a:solidFill>
                  <a:srgbClr val="000000"/>
                </a:solidFill>
                <a:cs typeface="Calibri"/>
              </a:rPr>
              <a:t>3.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Optimal trade-off among comfort, energy and building performance (UNIVPM)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18</a:t>
            </a:r>
            <a:endParaRPr lang="en-US" sz="1200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...</a:t>
            </a:r>
            <a:endParaRPr lang="en-US" sz="1200" b="1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600">
                <a:solidFill>
                  <a:srgbClr val="000000"/>
                </a:solidFill>
                <a:cs typeface="Calibri"/>
              </a:rPr>
              <a:t>4.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Optimal DR management strategies (implicit and explicit) adaptable to different segments of residential energy consumers (DOM-X)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21</a:t>
            </a:r>
            <a:endParaRPr lang="en-US" sz="1200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4.1.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Service A - Design of optimal DR strategies for the gas pilot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200" b="1">
                <a:solidFill>
                  <a:srgbClr val="000000"/>
                </a:solidFill>
                <a:cs typeface="Calibri"/>
              </a:rPr>
              <a:t>22</a:t>
            </a:r>
            <a:endParaRPr lang="en-US" sz="1200" b="1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200">
                <a:solidFill>
                  <a:srgbClr val="000000"/>
                </a:solidFill>
                <a:cs typeface="Calibri"/>
              </a:rPr>
              <a:t>...</a:t>
            </a:r>
            <a:endParaRPr lang="en-US" sz="1200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600">
                <a:solidFill>
                  <a:srgbClr val="000000"/>
                </a:solidFill>
                <a:cs typeface="Calibri"/>
              </a:rPr>
              <a:t>5.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Local flexibility management for energy communities and self-consumption/cost optimisation (OURPOWER)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37</a:t>
            </a:r>
            <a:endParaRPr lang="en-US" sz="1200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...</a:t>
            </a:r>
            <a:endParaRPr lang="en-US" sz="1200" b="1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US" sz="1600">
                <a:solidFill>
                  <a:srgbClr val="000000"/>
                </a:solidFill>
                <a:cs typeface="Calibri"/>
              </a:rPr>
              <a:t>6.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Optimal Aggregation of flexible energy resources for heat vs electrical flexibility valorisation (NEOGRID)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40</a:t>
            </a:r>
            <a:endParaRPr lang="en-US" sz="1200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200" b="1">
                <a:solidFill>
                  <a:srgbClr val="000000"/>
                </a:solidFill>
                <a:cs typeface="Calibri"/>
              </a:rPr>
              <a:t>...</a:t>
            </a:r>
            <a:endParaRPr lang="en-US" sz="1200" b="1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600">
                <a:solidFill>
                  <a:srgbClr val="000000"/>
                </a:solidFill>
                <a:cs typeface="Calibri"/>
              </a:rPr>
              <a:t>Conclusions (ENG)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44</a:t>
            </a:r>
            <a:endParaRPr lang="en-US" sz="1200">
              <a:cs typeface="Calibri"/>
            </a:endParaRPr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GB" sz="1600">
                <a:solidFill>
                  <a:srgbClr val="000000"/>
                </a:solidFill>
                <a:cs typeface="Calibri"/>
              </a:rPr>
              <a:t>References</a:t>
            </a:r>
            <a:r>
              <a:rPr lang="en-US" sz="1600">
                <a:solidFill>
                  <a:srgbClr val="0048E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1600">
                <a:solidFill>
                  <a:srgbClr val="000000"/>
                </a:solidFill>
                <a:cs typeface="Calibri"/>
              </a:rPr>
              <a:t>45</a:t>
            </a:r>
            <a:endParaRPr lang="en-US" sz="1200">
              <a:cs typeface="Calibri"/>
            </a:endParaRPr>
          </a:p>
          <a:p>
            <a:pPr marL="608965" indent="-507365" algn="just"/>
            <a:endParaRPr lang="en-US" sz="1200"/>
          </a:p>
          <a:p>
            <a:pPr marL="608965" indent="-507365"/>
            <a:endParaRPr lang="en-US"/>
          </a:p>
          <a:p>
            <a:pPr marL="608965" indent="-507365"/>
            <a:endParaRPr lang="en-US"/>
          </a:p>
          <a:p>
            <a:pPr marL="608965" indent="-507365"/>
            <a:endParaRPr lang="it-IT">
              <a:solidFill>
                <a:srgbClr val="00B050"/>
              </a:solidFill>
            </a:endParaRPr>
          </a:p>
        </p:txBody>
      </p:sp>
      <p:sp>
        <p:nvSpPr>
          <p:cNvPr id="8" name="Titolo 2">
            <a:extLst>
              <a:ext uri="{FF2B5EF4-FFF2-40B4-BE49-F238E27FC236}">
                <a16:creationId xmlns:a16="http://schemas.microsoft.com/office/drawing/2014/main" id="{F8CCC5F1-8D8F-1B12-8BF7-050C1DB052DA}"/>
              </a:ext>
            </a:extLst>
          </p:cNvPr>
          <p:cNvSpPr txBox="1">
            <a:spLocks/>
          </p:cNvSpPr>
          <p:nvPr/>
        </p:nvSpPr>
        <p:spPr>
          <a:xfrm>
            <a:off x="604022" y="854846"/>
            <a:ext cx="10972132" cy="528400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b="1" kern="1200">
                <a:solidFill>
                  <a:srgbClr val="2953F3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>
                <a:cs typeface="Calibri"/>
              </a:rPr>
              <a:t>D4.3 "Final wave" of DEDALUS Digital Twins and data-driven services for residential DR</a:t>
            </a:r>
            <a:endParaRPr lang="it-IT" err="1"/>
          </a:p>
        </p:txBody>
      </p:sp>
    </p:spTree>
    <p:extLst>
      <p:ext uri="{BB962C8B-B14F-4D97-AF65-F5344CB8AC3E}">
        <p14:creationId xmlns:p14="http://schemas.microsoft.com/office/powerpoint/2010/main" val="148271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A1E6-EC5C-5AFF-6365-B3B093C8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D0F4088-00BC-CD86-E4C9-9921B5ABF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458025"/>
            <a:ext cx="10936414" cy="3561126"/>
          </a:xfrm>
        </p:spPr>
        <p:txBody>
          <a:bodyPr/>
          <a:lstStyle/>
          <a:p>
            <a:pPr marL="443865" indent="-342900"/>
            <a:r>
              <a:rPr lang="en-GB">
                <a:cs typeface="Calibri"/>
              </a:rPr>
              <a:t>D4.3   (Month 29) --&gt; </a:t>
            </a:r>
            <a:r>
              <a:rPr lang="en-GB" b="1">
                <a:cs typeface="Calibri"/>
              </a:rPr>
              <a:t>31/09/2025</a:t>
            </a:r>
            <a:endParaRPr lang="en-GB"/>
          </a:p>
          <a:p>
            <a:pPr marL="443245" indent="-342900"/>
            <a:r>
              <a:rPr lang="en-GB">
                <a:cs typeface="Calibri"/>
              </a:rPr>
              <a:t>MS10 (Month 29) --&gt; </a:t>
            </a:r>
            <a:r>
              <a:rPr lang="en-GB" b="1">
                <a:cs typeface="Calibri"/>
              </a:rPr>
              <a:t>31/09/2025  </a:t>
            </a:r>
            <a:r>
              <a:rPr lang="en-GB">
                <a:solidFill>
                  <a:srgbClr val="00B050"/>
                </a:solidFill>
                <a:cs typeface="Calibri"/>
              </a:rPr>
              <a:t>Final software release</a:t>
            </a:r>
            <a:r>
              <a:rPr lang="en-GB">
                <a:cs typeface="Calibri"/>
              </a:rPr>
              <a:t> </a:t>
            </a:r>
            <a:endParaRPr lang="en-GB">
              <a:solidFill>
                <a:srgbClr val="2953F3"/>
              </a:solidFill>
              <a:cs typeface="Calibri"/>
            </a:endParaRPr>
          </a:p>
          <a:p>
            <a:pPr marL="1052830" lvl="1" indent="-342900"/>
            <a:r>
              <a:rPr lang="en-GB" b="1" u="sng">
                <a:solidFill>
                  <a:srgbClr val="000000"/>
                </a:solidFill>
                <a:cs typeface="Calibri"/>
              </a:rPr>
              <a:t>NEW (RELEASE PLAN </a:t>
            </a:r>
            <a:r>
              <a:rPr lang="en-GB" b="1" u="sng">
                <a:solidFill>
                  <a:srgbClr val="2953F3"/>
                </a:solidFill>
                <a:cs typeface="Calibri"/>
              </a:rPr>
              <a:t>(for the documental part)</a:t>
            </a:r>
            <a:endParaRPr lang="en-GB">
              <a:solidFill>
                <a:srgbClr val="2953F3"/>
              </a:solidFill>
              <a:cs typeface="Calibri"/>
            </a:endParaRPr>
          </a:p>
          <a:p>
            <a:pPr marL="1662430" lvl="2" indent="-342900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rgbClr val="2953F3"/>
                </a:solidFill>
                <a:cs typeface="Calibri"/>
              </a:rPr>
              <a:t>Official start (First </a:t>
            </a:r>
            <a:r>
              <a:rPr lang="en-US" sz="2400" err="1">
                <a:solidFill>
                  <a:srgbClr val="2953F3"/>
                </a:solidFill>
                <a:cs typeface="Calibri"/>
              </a:rPr>
              <a:t>ToC</a:t>
            </a:r>
            <a:r>
              <a:rPr lang="en-US" sz="2400">
                <a:solidFill>
                  <a:srgbClr val="2953F3"/>
                </a:solidFill>
                <a:cs typeface="Calibri"/>
              </a:rPr>
              <a:t>): </a:t>
            </a:r>
            <a:r>
              <a:rPr lang="en-US" sz="2400" b="1">
                <a:solidFill>
                  <a:srgbClr val="FF0000"/>
                </a:solidFill>
                <a:cs typeface="Calibri"/>
              </a:rPr>
              <a:t>22/05/2025</a:t>
            </a:r>
            <a:r>
              <a:rPr lang="en-GB">
                <a:solidFill>
                  <a:srgbClr val="2953F3"/>
                </a:solidFill>
                <a:cs typeface="Calibri"/>
              </a:rPr>
              <a:t> </a:t>
            </a:r>
            <a:r>
              <a:rPr lang="en-GB">
                <a:solidFill>
                  <a:srgbClr val="00B050"/>
                </a:solidFill>
                <a:cs typeface="Calibri"/>
              </a:rPr>
              <a:t>// anticipated by 2 months</a:t>
            </a:r>
            <a:endParaRPr lang="en-GB" b="1">
              <a:solidFill>
                <a:srgbClr val="00B050"/>
              </a:solidFill>
              <a:cs typeface="Calibri"/>
            </a:endParaRPr>
          </a:p>
          <a:p>
            <a:pPr marL="1662430" lvl="2" indent="-342900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rgbClr val="2953F3"/>
                </a:solidFill>
                <a:cs typeface="Calibri"/>
              </a:rPr>
              <a:t>1st round of contributions: </a:t>
            </a:r>
            <a:r>
              <a:rPr lang="en-US" sz="2400" b="1">
                <a:solidFill>
                  <a:srgbClr val="FF0000"/>
                </a:solidFill>
                <a:cs typeface="Calibri"/>
              </a:rPr>
              <a:t>15/06/2025</a:t>
            </a:r>
            <a:r>
              <a:rPr lang="en-GB" sz="2400">
                <a:solidFill>
                  <a:srgbClr val="2953F3"/>
                </a:solidFill>
                <a:cs typeface="Calibri"/>
              </a:rPr>
              <a:t> </a:t>
            </a:r>
            <a:r>
              <a:rPr lang="en-GB">
                <a:solidFill>
                  <a:srgbClr val="00B050"/>
                </a:solidFill>
                <a:cs typeface="Calibri"/>
              </a:rPr>
              <a:t>// early results if any, or planned</a:t>
            </a:r>
            <a:endParaRPr lang="en-GB" sz="2400" b="1">
              <a:solidFill>
                <a:srgbClr val="00B050"/>
              </a:solidFill>
              <a:cs typeface="Calibri"/>
            </a:endParaRPr>
          </a:p>
          <a:p>
            <a:pPr marL="1662430" lvl="2" indent="-342900">
              <a:buFont typeface="Wingdings,Sans-Serif" panose="020B0604020202020204" pitchFamily="34" charset="0"/>
              <a:buChar char="§"/>
            </a:pPr>
            <a:r>
              <a:rPr lang="en-US" sz="2400">
                <a:solidFill>
                  <a:srgbClr val="2953F3"/>
                </a:solidFill>
                <a:cs typeface="Calibri"/>
              </a:rPr>
              <a:t>2nd round of contributions: </a:t>
            </a:r>
            <a:r>
              <a:rPr lang="en-US" sz="2400" b="1">
                <a:solidFill>
                  <a:srgbClr val="FF0000"/>
                </a:solidFill>
                <a:cs typeface="Calibri"/>
              </a:rPr>
              <a:t>13/07/2025</a:t>
            </a:r>
            <a:r>
              <a:rPr lang="en-GB" sz="2400">
                <a:solidFill>
                  <a:srgbClr val="2953F3"/>
                </a:solidFill>
                <a:cs typeface="Calibri"/>
              </a:rPr>
              <a:t> </a:t>
            </a:r>
            <a:r>
              <a:rPr lang="en-GB">
                <a:solidFill>
                  <a:srgbClr val="00B050"/>
                </a:solidFill>
                <a:cs typeface="Calibri"/>
              </a:rPr>
              <a:t>// expected bulk of contents</a:t>
            </a:r>
            <a:endParaRPr lang="en-GB" b="1">
              <a:solidFill>
                <a:srgbClr val="00B050"/>
              </a:solidFill>
              <a:cs typeface="Calibri"/>
            </a:endParaRPr>
          </a:p>
          <a:p>
            <a:pPr marL="1662430" lvl="2" indent="-342900">
              <a:buFont typeface="Wingdings,Sans-Serif" panose="020B0604020202020204" pitchFamily="34" charset="0"/>
              <a:buChar char="§"/>
            </a:pPr>
            <a:r>
              <a:rPr lang="en-US" sz="2400">
                <a:solidFill>
                  <a:srgbClr val="2953F3"/>
                </a:solidFill>
                <a:cs typeface="Calibri"/>
              </a:rPr>
              <a:t>3rd round of contributions: </a:t>
            </a:r>
            <a:r>
              <a:rPr lang="en-US" sz="2400" b="1">
                <a:solidFill>
                  <a:srgbClr val="FF0000"/>
                </a:solidFill>
                <a:cs typeface="Calibri"/>
              </a:rPr>
              <a:t>31/08/2025</a:t>
            </a:r>
            <a:r>
              <a:rPr lang="en-GB" sz="2400">
                <a:solidFill>
                  <a:srgbClr val="2953F3"/>
                </a:solidFill>
                <a:cs typeface="Calibri"/>
              </a:rPr>
              <a:t> </a:t>
            </a:r>
            <a:r>
              <a:rPr lang="en-GB">
                <a:solidFill>
                  <a:srgbClr val="00B050"/>
                </a:solidFill>
                <a:cs typeface="Calibri"/>
              </a:rPr>
              <a:t>// refinements / late contents</a:t>
            </a:r>
          </a:p>
          <a:p>
            <a:pPr marL="443261" indent="-342900">
              <a:buFont typeface="Wingdings,Sans-Serif" panose="020B0604020202020204" pitchFamily="34" charset="0"/>
              <a:buChar char="§"/>
            </a:pPr>
            <a:endParaRPr lang="en-GB" sz="1200">
              <a:solidFill>
                <a:srgbClr val="0048E5"/>
              </a:solidFill>
              <a:cs typeface="Calibri"/>
            </a:endParaRPr>
          </a:p>
          <a:p>
            <a:pPr marL="443865" indent="-342900"/>
            <a:r>
              <a:rPr lang="en-US">
                <a:cs typeface="Calibri"/>
              </a:rPr>
              <a:t>Please continue updating </a:t>
            </a:r>
            <a:r>
              <a:rPr lang="en-US">
                <a:cs typeface="Calibri"/>
                <a:hlinkClick r:id="rId3"/>
              </a:rPr>
              <a:t>DEDALUS - Services developed per pilot.xlsx</a:t>
            </a:r>
            <a:r>
              <a:rPr lang="en-US">
                <a:cs typeface="Calibri"/>
              </a:rPr>
              <a:t>:</a:t>
            </a:r>
          </a:p>
          <a:p>
            <a:pPr marL="1052830" lvl="1" indent="-342900"/>
            <a:r>
              <a:rPr lang="en-US">
                <a:solidFill>
                  <a:srgbClr val="2953F3"/>
                </a:solidFill>
                <a:cs typeface="Calibri"/>
              </a:rPr>
              <a:t>Find your company name in </a:t>
            </a:r>
            <a:r>
              <a:rPr lang="en-US" b="1">
                <a:solidFill>
                  <a:srgbClr val="2953F3"/>
                </a:solidFill>
                <a:cs typeface="Calibri"/>
              </a:rPr>
              <a:t>column C </a:t>
            </a:r>
            <a:r>
              <a:rPr lang="en-US">
                <a:solidFill>
                  <a:srgbClr val="2953F3"/>
                </a:solidFill>
                <a:cs typeface="Calibri"/>
              </a:rPr>
              <a:t>and complete the row, especially </a:t>
            </a:r>
            <a:r>
              <a:rPr lang="en-US" b="1">
                <a:solidFill>
                  <a:srgbClr val="2953F3"/>
                </a:solidFill>
                <a:cs typeface="Calibri"/>
              </a:rPr>
              <a:t>column G and H</a:t>
            </a:r>
            <a:r>
              <a:rPr lang="en-US">
                <a:solidFill>
                  <a:srgbClr val="2953F3"/>
                </a:solidFill>
                <a:cs typeface="Calibri"/>
              </a:rPr>
              <a:t>, expected deployment date and current % completion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EC09F3C-9A32-3153-4138-ECACD198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Next steps and actions</a:t>
            </a:r>
            <a:endParaRPr lang="en-US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E0E19963-B1A6-B048-9829-3EFC1B54A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F496D3B0-41EB-1F34-6686-624EB57096E8}"/>
              </a:ext>
            </a:extLst>
          </p:cNvPr>
          <p:cNvSpPr txBox="1">
            <a:spLocks/>
          </p:cNvSpPr>
          <p:nvPr/>
        </p:nvSpPr>
        <p:spPr>
          <a:xfrm>
            <a:off x="609934" y="4798866"/>
            <a:ext cx="10972132" cy="105657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609585" lvl="0" indent="-50798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2400" kern="1200">
                <a:solidFill>
                  <a:srgbClr val="2953F3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19170" lvl="1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598" indent="0">
              <a:buFont typeface="Arial" panose="020B0604020202020204" pitchFamily="34" charset="0"/>
              <a:buNone/>
            </a:pP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45366-BAE0-9D25-1E19-27945E2AC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095" y="1122135"/>
            <a:ext cx="4756547" cy="603648"/>
          </a:xfrm>
          <a:prstGeom prst="rect">
            <a:avLst/>
          </a:prstGeom>
        </p:spPr>
      </p:pic>
      <p:sp>
        <p:nvSpPr>
          <p:cNvPr id="11" name="Freccia a destra 7">
            <a:extLst>
              <a:ext uri="{FF2B5EF4-FFF2-40B4-BE49-F238E27FC236}">
                <a16:creationId xmlns:a16="http://schemas.microsoft.com/office/drawing/2014/main" id="{CB18F53B-A082-BF0E-10F8-D6D1FD4AF201}"/>
              </a:ext>
            </a:extLst>
          </p:cNvPr>
          <p:cNvSpPr/>
          <p:nvPr/>
        </p:nvSpPr>
        <p:spPr>
          <a:xfrm>
            <a:off x="5683839" y="1368914"/>
            <a:ext cx="978408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D1.2</a:t>
            </a:r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D98DFFDB-F1F4-654E-D727-069F071582F2}"/>
                  </a:ext>
                </a:extLst>
              </p14:cNvPr>
              <p14:cNvContentPartPr/>
              <p14:nvPr/>
            </p14:nvContentPartPr>
            <p14:xfrm>
              <a:off x="5899042" y="3644513"/>
              <a:ext cx="4756547" cy="84895"/>
            </p14:xfrm>
          </p:contentPart>
        </mc:Choice>
        <mc:Fallback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D98DFFDB-F1F4-654E-D727-069F071582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5044" y="3536596"/>
                <a:ext cx="4864184" cy="3003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117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8F876-EB73-AB3D-9BB9-7E2528FD2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/>
              <a:t>TASK 4.1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DB7AE6-1B65-A370-7651-6C2F76294E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Digital Twins for optimal assets vs consumers flexibility planning </a:t>
            </a:r>
            <a:endParaRPr lang="en-GB"/>
          </a:p>
        </p:txBody>
      </p:sp>
      <p:sp>
        <p:nvSpPr>
          <p:cNvPr id="7" name="Segnaposto numero diapositiva 2">
            <a:extLst>
              <a:ext uri="{FF2B5EF4-FFF2-40B4-BE49-F238E27FC236}">
                <a16:creationId xmlns:a16="http://schemas.microsoft.com/office/drawing/2014/main" id="{FD025BC4-C084-7D06-AD45-67079155D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7913"/>
            <a:ext cx="683623" cy="70008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E9C801-4523-822A-080E-3DDE80358140}"/>
              </a:ext>
            </a:extLst>
          </p:cNvPr>
          <p:cNvSpPr txBox="1"/>
          <p:nvPr/>
        </p:nvSpPr>
        <p:spPr>
          <a:xfrm>
            <a:off x="536782" y="3995476"/>
            <a:ext cx="7061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it-IT" sz="2000">
                <a:solidFill>
                  <a:srgbClr val="FFBE00"/>
                </a:solidFill>
                <a:cs typeface="Calibri" panose="020F0502020204030204" pitchFamily="34" charset="0"/>
              </a:rPr>
              <a:t>ENG(18),  HERON(6), CENTRICA(5), TUC(6) from Task4.4</a:t>
            </a:r>
          </a:p>
          <a:p>
            <a:pPr marL="228600" lvl="0" indent="-228600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it-IT" sz="2000">
                <a:solidFill>
                  <a:srgbClr val="FFBE00"/>
                </a:solidFill>
                <a:cs typeface="Calibri" panose="020F0502020204030204" pitchFamily="34" charset="0"/>
              </a:rPr>
              <a:t>Pilot 2 </a:t>
            </a:r>
            <a:r>
              <a:rPr lang="it-IT" sz="2000" err="1">
                <a:solidFill>
                  <a:srgbClr val="FFBE00"/>
                </a:solidFill>
                <a:cs typeface="Calibri" panose="020F0502020204030204" pitchFamily="34" charset="0"/>
              </a:rPr>
              <a:t>Denmark</a:t>
            </a:r>
            <a:r>
              <a:rPr lang="it-IT" sz="2000">
                <a:solidFill>
                  <a:srgbClr val="FFBE00"/>
                </a:solidFill>
                <a:cs typeface="Calibri" panose="020F0502020204030204" pitchFamily="34" charset="0"/>
              </a:rPr>
              <a:t>, Pilot 3 </a:t>
            </a:r>
            <a:r>
              <a:rPr lang="it-IT" sz="2000" err="1">
                <a:solidFill>
                  <a:srgbClr val="FFBE00"/>
                </a:solidFill>
                <a:cs typeface="Calibri" panose="020F0502020204030204" pitchFamily="34" charset="0"/>
              </a:rPr>
              <a:t>Greece</a:t>
            </a:r>
            <a:r>
              <a:rPr lang="it-IT" sz="2000">
                <a:solidFill>
                  <a:srgbClr val="FFBE00"/>
                </a:solidFill>
                <a:cs typeface="Calibri" panose="020F0502020204030204" pitchFamily="34" charset="0"/>
              </a:rPr>
              <a:t>, Pilot 4 </a:t>
            </a:r>
            <a:r>
              <a:rPr lang="it-IT" sz="2000" err="1">
                <a:solidFill>
                  <a:srgbClr val="FFBE00"/>
                </a:solidFill>
                <a:cs typeface="Calibri" panose="020F0502020204030204" pitchFamily="34" charset="0"/>
              </a:rPr>
              <a:t>Italy</a:t>
            </a:r>
            <a:r>
              <a:rPr lang="it-IT" sz="2000">
                <a:solidFill>
                  <a:srgbClr val="FFBE00"/>
                </a:solidFill>
                <a:cs typeface="Calibri" panose="020F0502020204030204" pitchFamily="34" charset="0"/>
              </a:rPr>
              <a:t>, Pilot 7 Romania</a:t>
            </a:r>
          </a:p>
        </p:txBody>
      </p:sp>
    </p:spTree>
    <p:extLst>
      <p:ext uri="{BB962C8B-B14F-4D97-AF65-F5344CB8AC3E}">
        <p14:creationId xmlns:p14="http://schemas.microsoft.com/office/powerpoint/2010/main" val="2350914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D1372C-C9EC-F007-C6D0-CDD3509E8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960771"/>
            <a:ext cx="10972132" cy="5829162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600" b="1">
                <a:cs typeface="Calibri"/>
              </a:rPr>
              <a:t>Updates:</a:t>
            </a:r>
            <a:endParaRPr lang="en-US" sz="1600" b="1">
              <a:solidFill>
                <a:srgbClr val="0048E5"/>
              </a:solidFill>
              <a:ea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</a:pPr>
            <a:r>
              <a:rPr lang="it-IT" sz="1600">
                <a:cs typeface="Calibri"/>
              </a:rPr>
              <a:t>IT: </a:t>
            </a:r>
            <a:r>
              <a:rPr lang="it-IT" sz="1600" err="1">
                <a:ea typeface="+mn-lt"/>
                <a:cs typeface="+mn-lt"/>
              </a:rPr>
              <a:t>We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have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prepared</a:t>
            </a:r>
            <a:r>
              <a:rPr lang="it-IT" sz="1600">
                <a:ea typeface="+mn-lt"/>
                <a:cs typeface="+mn-lt"/>
              </a:rPr>
              <a:t>, with UNIVPM, the comfort service for deployment (T4.2). </a:t>
            </a:r>
            <a:r>
              <a:rPr lang="it-IT" sz="1600" err="1">
                <a:ea typeface="+mn-lt"/>
                <a:cs typeface="+mn-lt"/>
              </a:rPr>
              <a:t>We</a:t>
            </a:r>
            <a:r>
              <a:rPr lang="it-IT" sz="1600">
                <a:ea typeface="+mn-lt"/>
                <a:cs typeface="+mn-lt"/>
              </a:rPr>
              <a:t> are </a:t>
            </a:r>
            <a:r>
              <a:rPr lang="it-IT" sz="1600" err="1">
                <a:ea typeface="+mn-lt"/>
                <a:cs typeface="+mn-lt"/>
              </a:rPr>
              <a:t>finalizing</a:t>
            </a:r>
            <a:r>
              <a:rPr lang="it-IT" sz="1600">
                <a:ea typeface="+mn-lt"/>
                <a:cs typeface="+mn-lt"/>
              </a:rPr>
              <a:t> the </a:t>
            </a:r>
            <a:r>
              <a:rPr lang="it-IT" sz="1600" err="1">
                <a:ea typeface="+mn-lt"/>
                <a:cs typeface="+mn-lt"/>
              </a:rPr>
              <a:t>integration</a:t>
            </a:r>
            <a:r>
              <a:rPr lang="it-IT" sz="1600">
                <a:ea typeface="+mn-lt"/>
                <a:cs typeface="+mn-lt"/>
              </a:rPr>
              <a:t> with the DT. </a:t>
            </a:r>
            <a:r>
              <a:rPr lang="it-IT" sz="1600" err="1">
                <a:ea typeface="+mn-lt"/>
                <a:cs typeface="+mn-lt"/>
              </a:rPr>
              <a:t>We</a:t>
            </a:r>
            <a:r>
              <a:rPr lang="it-IT" sz="1600">
                <a:ea typeface="+mn-lt"/>
                <a:cs typeface="+mn-lt"/>
              </a:rPr>
              <a:t> are in contact with NTUA to integrate energy data </a:t>
            </a:r>
            <a:r>
              <a:rPr lang="it-IT" sz="1600" err="1">
                <a:ea typeface="+mn-lt"/>
                <a:cs typeface="+mn-lt"/>
              </a:rPr>
              <a:t>into</a:t>
            </a:r>
            <a:r>
              <a:rPr lang="it-IT" sz="1600">
                <a:ea typeface="+mn-lt"/>
                <a:cs typeface="+mn-lt"/>
              </a:rPr>
              <a:t> the flow </a:t>
            </a:r>
            <a:r>
              <a:rPr lang="it-IT" sz="1600" err="1">
                <a:ea typeface="+mn-lt"/>
                <a:cs typeface="+mn-lt"/>
              </a:rPr>
              <a:t>as</a:t>
            </a:r>
            <a:r>
              <a:rPr lang="it-IT" sz="1600">
                <a:ea typeface="+mn-lt"/>
                <a:cs typeface="+mn-lt"/>
              </a:rPr>
              <a:t> </a:t>
            </a:r>
            <a:r>
              <a:rPr lang="it-IT" sz="1600" err="1">
                <a:ea typeface="+mn-lt"/>
                <a:cs typeface="+mn-lt"/>
              </a:rPr>
              <a:t>well</a:t>
            </a:r>
            <a:r>
              <a:rPr lang="it-IT" sz="1600">
                <a:ea typeface="+mn-lt"/>
                <a:cs typeface="+mn-lt"/>
              </a:rPr>
              <a:t>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600">
                <a:cs typeface="Calibri"/>
              </a:rPr>
              <a:t>DK: </a:t>
            </a:r>
            <a:r>
              <a:rPr lang="it-IT" sz="1600" err="1">
                <a:ea typeface="+mn-lt"/>
                <a:cs typeface="Calibri"/>
              </a:rPr>
              <a:t>Neogrid</a:t>
            </a:r>
            <a:r>
              <a:rPr lang="it-IT" sz="1600">
                <a:ea typeface="+mn-lt"/>
                <a:cs typeface="Calibri"/>
              </a:rPr>
              <a:t> </a:t>
            </a:r>
            <a:r>
              <a:rPr lang="it-IT" sz="1600" err="1">
                <a:ea typeface="+mn-lt"/>
                <a:cs typeface="Calibri"/>
              </a:rPr>
              <a:t>provided</a:t>
            </a:r>
            <a:r>
              <a:rPr lang="it-IT" sz="1600">
                <a:ea typeface="+mn-lt"/>
                <a:cs typeface="Calibri"/>
              </a:rPr>
              <a:t> </a:t>
            </a:r>
            <a:r>
              <a:rPr lang="it-IT" sz="1600" err="1">
                <a:ea typeface="+mn-lt"/>
                <a:cs typeface="Calibri"/>
              </a:rPr>
              <a:t>us</a:t>
            </a:r>
            <a:r>
              <a:rPr lang="it-IT" sz="1600">
                <a:ea typeface="+mn-lt"/>
                <a:cs typeface="Calibri"/>
              </a:rPr>
              <a:t> with the mapping </a:t>
            </a:r>
            <a:r>
              <a:rPr lang="it-IT" sz="1600" err="1">
                <a:ea typeface="+mn-lt"/>
                <a:cs typeface="Calibri"/>
              </a:rPr>
              <a:t>needed</a:t>
            </a:r>
            <a:r>
              <a:rPr lang="it-IT" sz="1600">
                <a:ea typeface="+mn-lt"/>
                <a:cs typeface="Calibri"/>
              </a:rPr>
              <a:t> to show the data in the 3D model. </a:t>
            </a:r>
            <a:r>
              <a:rPr lang="it-IT" sz="1600" err="1">
                <a:ea typeface="+mn-lt"/>
                <a:cs typeface="Calibri"/>
              </a:rPr>
              <a:t>We</a:t>
            </a:r>
            <a:r>
              <a:rPr lang="it-IT" sz="1600">
                <a:ea typeface="+mn-lt"/>
                <a:cs typeface="Calibri"/>
              </a:rPr>
              <a:t> are </a:t>
            </a:r>
            <a:r>
              <a:rPr lang="it-IT" sz="1600" err="1">
                <a:ea typeface="+mn-lt"/>
                <a:cs typeface="Calibri"/>
              </a:rPr>
              <a:t>waiting</a:t>
            </a:r>
            <a:r>
              <a:rPr lang="it-IT" sz="1600">
                <a:ea typeface="+mn-lt"/>
                <a:cs typeface="Calibri"/>
              </a:rPr>
              <a:t> to integrate the ITL with the DT and </a:t>
            </a:r>
            <a:r>
              <a:rPr lang="it-IT" sz="1600" err="1">
                <a:ea typeface="+mn-lt"/>
                <a:cs typeface="Calibri"/>
              </a:rPr>
              <a:t>finalize</a:t>
            </a:r>
            <a:r>
              <a:rPr lang="it-IT" sz="1600">
                <a:ea typeface="+mn-lt"/>
                <a:cs typeface="Calibri"/>
              </a:rPr>
              <a:t> the DT.</a:t>
            </a:r>
            <a:endParaRPr lang="it-IT" sz="1600"/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600">
                <a:cs typeface="Calibri"/>
              </a:rPr>
              <a:t>GR: </a:t>
            </a:r>
            <a:r>
              <a:rPr lang="it-IT" sz="1600">
                <a:ea typeface="+mn-lt"/>
                <a:cs typeface="Calibri"/>
              </a:rPr>
              <a:t>Preliminary study on clustering </a:t>
            </a:r>
            <a:r>
              <a:rPr lang="it-IT" sz="1600" err="1">
                <a:ea typeface="+mn-lt"/>
                <a:cs typeface="Calibri"/>
              </a:rPr>
              <a:t>methods</a:t>
            </a:r>
            <a:r>
              <a:rPr lang="it-IT" sz="1600">
                <a:ea typeface="+mn-lt"/>
                <a:cs typeface="Calibri"/>
              </a:rPr>
              <a:t> for data </a:t>
            </a:r>
            <a:r>
              <a:rPr lang="it-IT" sz="1600" err="1">
                <a:ea typeface="+mn-lt"/>
                <a:cs typeface="Calibri"/>
              </a:rPr>
              <a:t>visualization</a:t>
            </a:r>
            <a:r>
              <a:rPr lang="it-IT" sz="1600">
                <a:ea typeface="+mn-lt"/>
                <a:cs typeface="Calibri"/>
              </a:rPr>
              <a:t> in the DT. </a:t>
            </a:r>
            <a:endParaRPr lang="it-IT" sz="1600"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600">
                <a:cs typeface="Calibri"/>
              </a:rPr>
              <a:t>Software </a:t>
            </a:r>
            <a:r>
              <a:rPr lang="it-IT" sz="1600" err="1">
                <a:cs typeface="Calibri"/>
              </a:rPr>
              <a:t>development</a:t>
            </a:r>
            <a:r>
              <a:rPr lang="it-IT" sz="1600">
                <a:cs typeface="Calibri"/>
              </a:rPr>
              <a:t>: 90% 31/05 (IT) - 60% 30/06 (DK) - 20% 31/07 (GR) </a:t>
            </a: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6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6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600">
                <a:solidFill>
                  <a:srgbClr val="0048E5"/>
                </a:solidFill>
                <a:cs typeface="Calibri"/>
              </a:rPr>
              <a:t>IT: </a:t>
            </a:r>
            <a:r>
              <a:rPr lang="it-IT" sz="1600" err="1">
                <a:solidFill>
                  <a:srgbClr val="0048E5"/>
                </a:solidFill>
                <a:cs typeface="Calibri"/>
              </a:rPr>
              <a:t>Finalize</a:t>
            </a:r>
            <a:r>
              <a:rPr lang="it-IT" sz="1600">
                <a:solidFill>
                  <a:srgbClr val="0048E5"/>
                </a:solidFill>
                <a:cs typeface="Calibri"/>
              </a:rPr>
              <a:t> the </a:t>
            </a:r>
            <a:r>
              <a:rPr lang="it-IT" sz="1600" err="1">
                <a:solidFill>
                  <a:srgbClr val="0048E5"/>
                </a:solidFill>
                <a:cs typeface="Calibri"/>
              </a:rPr>
              <a:t>integration</a:t>
            </a:r>
            <a:r>
              <a:rPr lang="it-IT" sz="1600">
                <a:solidFill>
                  <a:srgbClr val="0048E5"/>
                </a:solidFill>
                <a:cs typeface="Calibri"/>
              </a:rPr>
              <a:t> of the Comfort Service (T4.2) with the DT. Integrate </a:t>
            </a:r>
            <a:r>
              <a:rPr lang="it-IT" sz="1600" err="1">
                <a:solidFill>
                  <a:srgbClr val="0048E5"/>
                </a:solidFill>
                <a:cs typeface="Calibri"/>
              </a:rPr>
              <a:t>also</a:t>
            </a:r>
            <a:r>
              <a:rPr lang="it-IT" sz="1600">
                <a:solidFill>
                  <a:srgbClr val="0048E5"/>
                </a:solidFill>
                <a:cs typeface="Calibri"/>
              </a:rPr>
              <a:t> the energy data from NTUA. </a:t>
            </a:r>
            <a:r>
              <a:rPr lang="it-IT" sz="1600" err="1">
                <a:solidFill>
                  <a:srgbClr val="0048E5"/>
                </a:solidFill>
                <a:cs typeface="Calibri"/>
              </a:rPr>
              <a:t>Deploy</a:t>
            </a:r>
            <a:r>
              <a:rPr lang="it-IT" sz="1600">
                <a:solidFill>
                  <a:srgbClr val="0048E5"/>
                </a:solidFill>
                <a:cs typeface="Calibri"/>
              </a:rPr>
              <a:t> the DT and the services on Pilot site. Partecipate to the workshop (10/06)</a:t>
            </a:r>
            <a:endParaRPr lang="it-IT" sz="16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DK: Integrate the ITL with the DT.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Finalize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DT and the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Simulation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Engine. </a:t>
            </a:r>
            <a:endParaRPr lang="en-US" sz="16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600">
                <a:solidFill>
                  <a:srgbClr val="0048E5"/>
                </a:solidFill>
                <a:cs typeface="Calibri"/>
              </a:rPr>
              <a:t>GR: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Agree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on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how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to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visualize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data by clustering with Heron (email, call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will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follow).</a:t>
            </a:r>
            <a:endParaRPr lang="it-IT" sz="1600">
              <a:solidFill>
                <a:srgbClr val="0048E5"/>
              </a:solidFill>
              <a:highlight>
                <a:srgbClr val="FFFF00"/>
              </a:highlight>
              <a:cs typeface="Calibri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600" b="1">
                <a:solidFill>
                  <a:srgbClr val="0048E5"/>
                </a:solidFill>
                <a:cs typeface="Calibri"/>
              </a:rPr>
              <a:t>Issues:</a:t>
            </a:r>
            <a:endParaRPr lang="en-US" sz="16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IT: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is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not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an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issue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,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we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are just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waiting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for energy data from NTUA.</a:t>
            </a:r>
            <a:endParaRPr lang="en-US" sz="16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600">
                <a:solidFill>
                  <a:srgbClr val="0048E5"/>
                </a:solidFill>
                <a:cs typeface="Calibri"/>
              </a:rPr>
              <a:t>DK: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we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are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waiting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for the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final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version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of the ITL to be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integrated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into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the DT.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600">
                <a:solidFill>
                  <a:srgbClr val="0048E5"/>
                </a:solidFill>
                <a:cs typeface="Calibri"/>
              </a:rPr>
              <a:t>GR: 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a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lot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of work to be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done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, </a:t>
            </a:r>
            <a:r>
              <a:rPr lang="it-IT" sz="1600" err="1">
                <a:solidFill>
                  <a:srgbClr val="0048E5"/>
                </a:solidFill>
                <a:ea typeface="+mn-lt"/>
                <a:cs typeface="+mn-lt"/>
              </a:rPr>
              <a:t>need</a:t>
            </a:r>
            <a:r>
              <a:rPr lang="it-IT" sz="1600">
                <a:solidFill>
                  <a:srgbClr val="0048E5"/>
                </a:solidFill>
                <a:ea typeface="+mn-lt"/>
                <a:cs typeface="+mn-lt"/>
              </a:rPr>
              <a:t> to speed up.</a:t>
            </a:r>
            <a:endParaRPr lang="it-IT" sz="1600">
              <a:solidFill>
                <a:srgbClr val="0048E5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E070AD-9963-C371-23A4-60A5DB24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4.1 - </a:t>
            </a:r>
            <a:r>
              <a:rPr lang="en-US" b="1">
                <a:cs typeface="Calibri"/>
              </a:rPr>
              <a:t>Activities</a:t>
            </a:r>
            <a:r>
              <a:rPr lang="en-US">
                <a:cs typeface="Calibri"/>
              </a:rPr>
              <a:t> – DK, GR, IT Pilots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FEDB7CD6-13EE-2990-88A6-48CD55699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313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72B00-459F-AD90-A83B-40B63818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A9D308-052A-CEB5-5B8C-86989A3B2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2953F3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cs typeface="Calibri"/>
              </a:rPr>
              <a:t>Software </a:t>
            </a:r>
            <a:r>
              <a:rPr lang="it-IT" sz="1800" err="1">
                <a:cs typeface="Calibri"/>
              </a:rPr>
              <a:t>development</a:t>
            </a:r>
            <a:r>
              <a:rPr lang="it-IT" sz="1800">
                <a:cs typeface="Calibri"/>
              </a:rPr>
              <a:t>: </a:t>
            </a:r>
            <a:r>
              <a:rPr lang="it-IT" sz="1800">
                <a:highlight>
                  <a:srgbClr val="FFFF00"/>
                </a:highlight>
                <a:cs typeface="Calibri"/>
              </a:rPr>
              <a:t>NN%</a:t>
            </a:r>
            <a:r>
              <a:rPr lang="it-IT" sz="1800">
                <a:cs typeface="Calibri"/>
              </a:rPr>
              <a:t> (</a:t>
            </a:r>
            <a:r>
              <a:rPr lang="it-IT" sz="1800" err="1">
                <a:cs typeface="Calibri"/>
              </a:rPr>
              <a:t>expected</a:t>
            </a:r>
            <a:r>
              <a:rPr lang="it-IT" sz="1800">
                <a:cs typeface="Calibri"/>
              </a:rPr>
              <a:t> release: </a:t>
            </a:r>
            <a:r>
              <a:rPr lang="it-IT" sz="1800">
                <a:highlight>
                  <a:srgbClr val="FFFF00"/>
                </a:highlight>
                <a:cs typeface="Calibri"/>
              </a:rPr>
              <a:t>YY/MM</a:t>
            </a:r>
            <a:r>
              <a:rPr lang="it-IT" sz="1800">
                <a:cs typeface="Calibri"/>
              </a:rPr>
              <a:t>)</a:t>
            </a:r>
            <a:endParaRPr lang="it-IT" sz="1800">
              <a:solidFill>
                <a:srgbClr val="0048E5"/>
              </a:solidFill>
              <a:cs typeface="Calibri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cs typeface="Calibri"/>
              </a:rPr>
              <a:t>Participation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to workshop? 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cs typeface="Calibri"/>
              </a:rPr>
              <a:t>Yes (</a:t>
            </a:r>
            <a:r>
              <a:rPr lang="it-IT" sz="1800" err="1">
                <a:solidFill>
                  <a:srgbClr val="0048E5"/>
                </a:solidFill>
                <a:highlight>
                  <a:srgbClr val="FFFF00"/>
                </a:highlight>
                <a:cs typeface="Calibri"/>
              </a:rPr>
              <a:t>expected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cs typeface="Calibri"/>
              </a:rPr>
              <a:t> date) / No</a:t>
            </a:r>
            <a:endParaRPr lang="it-IT" sz="1800">
              <a:solidFill>
                <a:srgbClr val="0048E5"/>
              </a:solidFill>
              <a:cs typeface="Calibri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Missing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data /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requirements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? 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Yes (from </a:t>
            </a:r>
            <a:r>
              <a:rPr lang="it-IT" sz="1800" err="1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whom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) / No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76D8B2-152C-BFA5-ABE6-D9CC403C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4.1 - </a:t>
            </a:r>
            <a:r>
              <a:rPr lang="en-US" b="1">
                <a:cs typeface="Calibri"/>
              </a:rPr>
              <a:t>Activities</a:t>
            </a:r>
            <a:r>
              <a:rPr lang="en-US">
                <a:cs typeface="Calibri"/>
              </a:rPr>
              <a:t> – RO Pilot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EBF97F2C-DA40-340F-635B-4D9AB4E0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22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8F876-EB73-AB3D-9BB9-7E2528FD2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/>
              <a:t>Task 4.2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DB7AE6-1B65-A370-7651-6C2F76294E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Optimal trade-off among comfort, energy and building performance</a:t>
            </a:r>
            <a:endParaRPr lang="en-GB"/>
          </a:p>
        </p:txBody>
      </p:sp>
      <p:sp>
        <p:nvSpPr>
          <p:cNvPr id="7" name="Segnaposto numero diapositiva 2">
            <a:extLst>
              <a:ext uri="{FF2B5EF4-FFF2-40B4-BE49-F238E27FC236}">
                <a16:creationId xmlns:a16="http://schemas.microsoft.com/office/drawing/2014/main" id="{FD025BC4-C084-7D06-AD45-67079155D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7913"/>
            <a:ext cx="683623" cy="70008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0078E6B1-D7CD-C005-2E1A-B83E7CFF33FB}"/>
              </a:ext>
            </a:extLst>
          </p:cNvPr>
          <p:cNvSpPr txBox="1">
            <a:spLocks/>
          </p:cNvSpPr>
          <p:nvPr/>
        </p:nvSpPr>
        <p:spPr>
          <a:xfrm>
            <a:off x="609934" y="3996057"/>
            <a:ext cx="10972132" cy="53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None/>
              <a:defRPr sz="2800" kern="1200">
                <a:solidFill>
                  <a:srgbClr val="FFBE00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UNIPVM (14), ENG(5), ISRAA(7)</a:t>
            </a:r>
          </a:p>
          <a:p>
            <a:r>
              <a:rPr lang="it-IT" sz="2000">
                <a:solidFill>
                  <a:srgbClr val="FFBE00"/>
                </a:solidFill>
                <a:cs typeface="Calibri"/>
              </a:rPr>
              <a:t>Pilot 2 </a:t>
            </a:r>
            <a:r>
              <a:rPr lang="it-IT" sz="2000" err="1">
                <a:solidFill>
                  <a:srgbClr val="FFBE00"/>
                </a:solidFill>
                <a:cs typeface="Calibri"/>
              </a:rPr>
              <a:t>Denmark</a:t>
            </a:r>
            <a:r>
              <a:rPr lang="it-IT" sz="2000">
                <a:solidFill>
                  <a:srgbClr val="FFBE00"/>
                </a:solidFill>
                <a:cs typeface="Calibri"/>
              </a:rPr>
              <a:t>, Pilot 3 </a:t>
            </a:r>
            <a:r>
              <a:rPr lang="it-IT" sz="2000" err="1">
                <a:solidFill>
                  <a:srgbClr val="FFBE00"/>
                </a:solidFill>
                <a:cs typeface="Calibri"/>
              </a:rPr>
              <a:t>Greece</a:t>
            </a:r>
            <a:r>
              <a:rPr lang="it-IT" sz="2000">
                <a:solidFill>
                  <a:srgbClr val="FFBE00"/>
                </a:solidFill>
                <a:cs typeface="Calibri"/>
              </a:rPr>
              <a:t>, Pilot 4 </a:t>
            </a:r>
            <a:r>
              <a:rPr lang="it-IT" sz="2000" err="1">
                <a:solidFill>
                  <a:srgbClr val="FFBE00"/>
                </a:solidFill>
                <a:cs typeface="Calibri"/>
              </a:rPr>
              <a:t>Italy</a:t>
            </a:r>
            <a:r>
              <a:rPr lang="it-IT" sz="2000">
                <a:solidFill>
                  <a:srgbClr val="FFBE00"/>
                </a:solidFill>
                <a:cs typeface="Calibri"/>
              </a:rPr>
              <a:t>, Pilot 5 </a:t>
            </a:r>
            <a:r>
              <a:rPr lang="it-IT" sz="2000" err="1">
                <a:solidFill>
                  <a:srgbClr val="FFBE00"/>
                </a:solidFill>
                <a:cs typeface="Calibri"/>
              </a:rPr>
              <a:t>Spain</a:t>
            </a:r>
            <a:endParaRPr lang="it-IT" sz="2000" err="1">
              <a:cs typeface="Calibri"/>
            </a:endParaRP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70194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6D512-2F11-0881-3707-D24C70CD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04FE46-EFBE-9219-E008-136CF0F4F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5026842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US" sz="1800">
                <a:solidFill>
                  <a:srgbClr val="0048E5"/>
                </a:solidFill>
                <a:ea typeface="+mn-lt"/>
                <a:cs typeface="+mn-lt"/>
              </a:rPr>
              <a:t>Finalize the integration of the Comfort Flexibility Service (CFS) with the Digital Twin (DT) for the Italian pilot.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US" sz="1800">
                <a:solidFill>
                  <a:srgbClr val="0048E5"/>
                </a:solidFill>
                <a:ea typeface="+mn-lt"/>
                <a:cs typeface="+mn-lt"/>
              </a:rPr>
              <a:t>Had a call with NTUA to understand how their service could be integrated into ours.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</a:t>
            </a:r>
            <a:r>
              <a:rPr lang="it-IT" sz="1800" err="1">
                <a:ea typeface="+mn-lt"/>
                <a:cs typeface="+mn-lt"/>
              </a:rPr>
              <a:t>development</a:t>
            </a:r>
            <a:r>
              <a:rPr lang="it-IT" sz="1800">
                <a:ea typeface="+mn-lt"/>
                <a:cs typeface="+mn-lt"/>
              </a:rPr>
              <a:t>: </a:t>
            </a:r>
            <a:r>
              <a:rPr lang="it-IT" sz="1800">
                <a:highlight>
                  <a:srgbClr val="FFFF00"/>
                </a:highlight>
                <a:ea typeface="+mn-lt"/>
                <a:cs typeface="+mn-lt"/>
              </a:rPr>
              <a:t>90% </a:t>
            </a:r>
            <a:endParaRPr lang="it-IT" sz="1800">
              <a:solidFill>
                <a:srgbClr val="0048E5"/>
              </a:solidFill>
              <a:highlight>
                <a:srgbClr val="FFFF00"/>
              </a:highlight>
              <a:ea typeface="+mn-lt"/>
              <a:cs typeface="+mn-lt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US" sz="1800">
                <a:solidFill>
                  <a:srgbClr val="0048E5"/>
                </a:solidFill>
                <a:ea typeface="+mn-lt"/>
                <a:cs typeface="+mn-lt"/>
              </a:rPr>
              <a:t>Deploy the CFS for the Italian pilot in collaboration with ENG.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US" sz="1800">
                <a:solidFill>
                  <a:srgbClr val="0048E5"/>
                </a:solidFill>
                <a:ea typeface="+mn-lt"/>
                <a:cs typeface="+mn-lt"/>
              </a:rPr>
              <a:t>Participate in a technical workshop for technicians scheduled for June 10, hosted by ISRAA.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cs typeface="Calibri"/>
              </a:rPr>
              <a:t>Schedule a call with </a:t>
            </a:r>
            <a:r>
              <a:rPr lang="it-IT" sz="1800" err="1">
                <a:solidFill>
                  <a:srgbClr val="0048E5"/>
                </a:solidFill>
                <a:cs typeface="Calibri"/>
              </a:rPr>
              <a:t>Neogrid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to </a:t>
            </a:r>
            <a:r>
              <a:rPr lang="it-IT" sz="1800" err="1">
                <a:solidFill>
                  <a:srgbClr val="0048E5"/>
                </a:solidFill>
                <a:cs typeface="Calibri"/>
              </a:rPr>
              <a:t>understand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the situation </a:t>
            </a:r>
            <a:r>
              <a:rPr lang="it-IT" sz="1800" err="1">
                <a:solidFill>
                  <a:srgbClr val="0048E5"/>
                </a:solidFill>
                <a:cs typeface="Calibri"/>
              </a:rPr>
              <a:t>regarding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the TSV.</a:t>
            </a: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No TSV data from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Danish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pilot.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US" sz="1800">
                <a:solidFill>
                  <a:srgbClr val="0048E5"/>
                </a:solidFill>
                <a:ea typeface="+mn-lt"/>
                <a:cs typeface="+mn-lt"/>
              </a:rPr>
              <a:t>Waiting for updates from Greek and Spanish pilot leaders to start the collection of environmental and subjective data (TSV).</a:t>
            </a: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FCC9723-CDFB-0F8E-5CF7-1467F429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4.2 - Activities</a:t>
            </a:r>
            <a:endParaRPr lang="en-US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4BF069CF-09E1-0A89-5C23-1DD34AF03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A4B92-604C-DF4A-82F5-53F7CAD8960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Franklin Gothic Book" panose="020B0503020102020204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Franklin Gothic Book" panose="020B05030201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863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8F876-EB73-AB3D-9BB9-7E2528FD2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/>
              <a:t>Task 4.</a:t>
            </a:r>
            <a:r>
              <a:rPr lang="en-GB"/>
              <a:t>3</a:t>
            </a:r>
            <a:endParaRPr lang="en-GB" sz="540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DB7AE6-1B65-A370-7651-6C2F76294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840062"/>
          </a:xfrm>
        </p:spPr>
        <p:txBody>
          <a:bodyPr/>
          <a:lstStyle/>
          <a:p>
            <a:r>
              <a:rPr lang="en-US"/>
              <a:t>Optimal DR management strategies (implicit and explicit) adaptable to different segments of residential energy consumers </a:t>
            </a:r>
            <a:endParaRPr lang="en-GB"/>
          </a:p>
        </p:txBody>
      </p:sp>
      <p:sp>
        <p:nvSpPr>
          <p:cNvPr id="7" name="Segnaposto numero diapositiva 2">
            <a:extLst>
              <a:ext uri="{FF2B5EF4-FFF2-40B4-BE49-F238E27FC236}">
                <a16:creationId xmlns:a16="http://schemas.microsoft.com/office/drawing/2014/main" id="{FD025BC4-C084-7D06-AD45-67079155D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7913"/>
            <a:ext cx="683623" cy="70008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0078E6B1-D7CD-C005-2E1A-B83E7CFF33FB}"/>
              </a:ext>
            </a:extLst>
          </p:cNvPr>
          <p:cNvSpPr txBox="1">
            <a:spLocks/>
          </p:cNvSpPr>
          <p:nvPr/>
        </p:nvSpPr>
        <p:spPr>
          <a:xfrm>
            <a:off x="609934" y="4398264"/>
            <a:ext cx="10972132" cy="53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None/>
              <a:defRPr sz="2800" kern="1200">
                <a:solidFill>
                  <a:srgbClr val="FFBE00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DOM-X(12), ENG(5), NTUA(6), OurPower(6), BLUEPRINT(8), HERON(9), CENTRICA(4)</a:t>
            </a:r>
          </a:p>
          <a:p>
            <a:r>
              <a:rPr lang="it-IT" sz="2000">
                <a:solidFill>
                  <a:srgbClr val="FFBE00"/>
                </a:solidFill>
                <a:cs typeface="Calibri"/>
              </a:rPr>
              <a:t>Pilot 1 Austria, Pilot 3 </a:t>
            </a:r>
            <a:r>
              <a:rPr lang="it-IT" sz="2000" err="1">
                <a:solidFill>
                  <a:srgbClr val="FFBE00"/>
                </a:solidFill>
                <a:cs typeface="Calibri"/>
              </a:rPr>
              <a:t>Greece</a:t>
            </a:r>
            <a:r>
              <a:rPr lang="it-IT" sz="2000">
                <a:cs typeface="Calibri"/>
              </a:rPr>
              <a:t>, Pilot 6 </a:t>
            </a:r>
            <a:r>
              <a:rPr lang="it-IT" sz="2000" err="1">
                <a:cs typeface="Calibri"/>
              </a:rPr>
              <a:t>Ireland</a:t>
            </a:r>
            <a:endParaRPr lang="it-IT" sz="2000" err="1">
              <a:solidFill>
                <a:srgbClr val="FFBE00"/>
              </a:solidFill>
              <a:cs typeface="Calibri" panose="020F0502020204030204" pitchFamily="34" charset="0"/>
            </a:endParaRPr>
          </a:p>
          <a:p>
            <a:endParaRPr lang="en-US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02399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08413-AF4E-7D33-6005-01463382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CF665B-F565-77B2-A211-FC5F69FA9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AU"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</a:pPr>
            <a:r>
              <a:rPr lang="en-AU" sz="1800" b="1">
                <a:ea typeface="+mn-lt"/>
                <a:cs typeface="+mn-lt"/>
              </a:rPr>
              <a:t>Mobile App Notifications, </a:t>
            </a:r>
            <a:r>
              <a:rPr lang="en-AU" sz="1800">
                <a:ea typeface="+mn-lt"/>
                <a:cs typeface="+mn-lt"/>
              </a:rPr>
              <a:t>already integrated in the existing </a:t>
            </a:r>
            <a:r>
              <a:rPr lang="en-AU" sz="1800" err="1">
                <a:ea typeface="+mn-lt"/>
                <a:cs typeface="+mn-lt"/>
              </a:rPr>
              <a:t>DomX</a:t>
            </a:r>
            <a:r>
              <a:rPr lang="en-AU" sz="1800">
                <a:ea typeface="+mn-lt"/>
                <a:cs typeface="+mn-lt"/>
              </a:rPr>
              <a:t> mobile app.</a:t>
            </a:r>
            <a:endParaRPr lang="en-AU"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AU" sz="1800">
                <a:ea typeface="+mn-lt"/>
                <a:cs typeface="+mn-lt"/>
              </a:rPr>
              <a:t>Integration planned for the </a:t>
            </a:r>
            <a:r>
              <a:rPr lang="en-AU" sz="1800" i="1">
                <a:ea typeface="+mn-lt"/>
                <a:cs typeface="+mn-lt"/>
              </a:rPr>
              <a:t>new</a:t>
            </a:r>
            <a:r>
              <a:rPr lang="en-AU" sz="1800">
                <a:ea typeface="+mn-lt"/>
                <a:cs typeface="+mn-lt"/>
              </a:rPr>
              <a:t> </a:t>
            </a:r>
            <a:r>
              <a:rPr lang="en-AU" sz="1800" err="1">
                <a:ea typeface="+mn-lt"/>
                <a:cs typeface="+mn-lt"/>
              </a:rPr>
              <a:t>DomX</a:t>
            </a:r>
            <a:r>
              <a:rPr lang="en-AU" sz="1800">
                <a:ea typeface="+mn-lt"/>
                <a:cs typeface="+mn-lt"/>
              </a:rPr>
              <a:t> mobile app, which is intended for use in the next heating season.</a:t>
            </a:r>
            <a:endParaRPr lang="en-AU">
              <a:ea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AU" sz="1800" b="1">
                <a:ea typeface="+mn-lt"/>
                <a:cs typeface="+mn-lt"/>
              </a:rPr>
              <a:t>Household Clusters: </a:t>
            </a:r>
            <a:r>
              <a:rPr lang="en-AU" sz="1800">
                <a:ea typeface="+mn-lt"/>
                <a:cs typeface="+mn-lt"/>
              </a:rPr>
              <a:t>Finalization in progress; target completion by </a:t>
            </a:r>
            <a:r>
              <a:rPr lang="en-AU" sz="1800" b="1">
                <a:ea typeface="+mn-lt"/>
                <a:cs typeface="+mn-lt"/>
              </a:rPr>
              <a:t>end of May 2025</a:t>
            </a:r>
            <a:r>
              <a:rPr lang="en-AU" sz="1800">
                <a:ea typeface="+mn-lt"/>
                <a:cs typeface="+mn-lt"/>
              </a:rPr>
              <a:t>.</a:t>
            </a:r>
            <a:endParaRPr lang="en-AU"/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AU" sz="1800">
                <a:ea typeface="+mn-lt"/>
                <a:cs typeface="+mn-lt"/>
              </a:rPr>
              <a:t>Software development: 95% (expected release: 31/05)</a:t>
            </a:r>
            <a:endParaRPr lang="en-AU" sz="1800">
              <a:solidFill>
                <a:srgbClr val="0048E5"/>
              </a:solidFill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AU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Define methodology to </a:t>
            </a:r>
            <a:r>
              <a:rPr lang="en-AU" sz="1800" b="1">
                <a:solidFill>
                  <a:srgbClr val="0048E5"/>
                </a:solidFill>
                <a:ea typeface="+mn-lt"/>
                <a:cs typeface="+mn-lt"/>
              </a:rPr>
              <a:t>measure Demand Response (DR) acceptance</a:t>
            </a: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 by end-users, to enable accurate </a:t>
            </a:r>
            <a:r>
              <a:rPr lang="en-AU" sz="1800" b="1">
                <a:solidFill>
                  <a:srgbClr val="0048E5"/>
                </a:solidFill>
                <a:ea typeface="+mn-lt"/>
                <a:cs typeface="+mn-lt"/>
              </a:rPr>
              <a:t>KPI calculation</a:t>
            </a: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.</a:t>
            </a:r>
            <a:endParaRPr lang="en-AU"/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Organize and prepare for the </a:t>
            </a:r>
            <a:r>
              <a:rPr lang="en-AU" sz="1800" b="1">
                <a:solidFill>
                  <a:srgbClr val="0048E5"/>
                </a:solidFill>
                <a:ea typeface="+mn-lt"/>
                <a:cs typeface="+mn-lt"/>
              </a:rPr>
              <a:t>technical workshop</a:t>
            </a: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, planned for </a:t>
            </a:r>
            <a:r>
              <a:rPr lang="en-AU" sz="1800" b="1">
                <a:solidFill>
                  <a:srgbClr val="0048E5"/>
                </a:solidFill>
                <a:ea typeface="+mn-lt"/>
                <a:cs typeface="+mn-lt"/>
              </a:rPr>
              <a:t>October / November 2025</a:t>
            </a: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.</a:t>
            </a:r>
            <a:endParaRPr lang="en-AU"/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1800" b="1">
                <a:solidFill>
                  <a:srgbClr val="0048E5"/>
                </a:solidFill>
                <a:cs typeface="Calibri"/>
              </a:rPr>
              <a:t>Issues:</a:t>
            </a:r>
            <a:endParaRPr lang="en-AU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What kind of information should be included in the current deliverable regarding DR implementation progress?</a:t>
            </a:r>
            <a:br>
              <a:rPr lang="en-AU" sz="1800">
                <a:solidFill>
                  <a:srgbClr val="0048E5"/>
                </a:solidFill>
                <a:ea typeface="+mn-lt"/>
                <a:cs typeface="+mn-lt"/>
              </a:rPr>
            </a:b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 Also, </a:t>
            </a:r>
            <a:r>
              <a:rPr lang="en-AU" sz="1800" b="1">
                <a:solidFill>
                  <a:srgbClr val="0048E5"/>
                </a:solidFill>
                <a:ea typeface="+mn-lt"/>
                <a:cs typeface="+mn-lt"/>
              </a:rPr>
              <a:t>which deliverable</a:t>
            </a: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 should include our </a:t>
            </a:r>
            <a:r>
              <a:rPr lang="en-AU" sz="1800" b="1">
                <a:solidFill>
                  <a:srgbClr val="0048E5"/>
                </a:solidFill>
                <a:ea typeface="+mn-lt"/>
                <a:cs typeface="+mn-lt"/>
              </a:rPr>
              <a:t>final findings and evaluation</a:t>
            </a:r>
            <a:r>
              <a:rPr lang="en-AU" sz="1800">
                <a:solidFill>
                  <a:srgbClr val="0048E5"/>
                </a:solidFill>
                <a:ea typeface="+mn-lt"/>
                <a:cs typeface="+mn-lt"/>
              </a:rPr>
              <a:t>?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528F318-C081-1A7A-FFA7-456C73A35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>
                <a:cs typeface="Calibri"/>
              </a:rPr>
              <a:t>Task 4.3 - Activities – Service A (DR in gas pilot)</a:t>
            </a:r>
            <a:endParaRPr lang="en-GB" sz="4000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24C72738-8537-08BB-6590-4D2C4FCB2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78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2DE60-6429-FCF3-7E19-3D04B9934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D0CF6F-8DCD-C3E5-948B-B345FA704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608965" indent="-507365">
              <a:buNone/>
            </a:pPr>
            <a:r>
              <a:rPr lang="it-IT" sz="1800">
                <a:cs typeface="Calibri"/>
              </a:rPr>
              <a:t>A multi-</a:t>
            </a:r>
            <a:r>
              <a:rPr lang="it-IT" sz="1800" err="1">
                <a:cs typeface="Calibri"/>
              </a:rPr>
              <a:t>dimensional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unsupervised</a:t>
            </a:r>
            <a:r>
              <a:rPr lang="it-IT" sz="1800">
                <a:cs typeface="Calibri"/>
              </a:rPr>
              <a:t> machine learning framework for clustering </a:t>
            </a:r>
            <a:r>
              <a:rPr lang="it-IT" sz="1800" err="1">
                <a:cs typeface="Calibri"/>
              </a:rPr>
              <a:t>residential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heat</a:t>
            </a:r>
            <a:r>
              <a:rPr lang="it-IT" sz="1800">
                <a:cs typeface="Calibri"/>
              </a:rPr>
              <a:t> load profiles</a:t>
            </a:r>
            <a:endParaRPr lang="it-IT" sz="1800">
              <a:solidFill>
                <a:srgbClr val="000000"/>
              </a:solidFill>
              <a:cs typeface="Calibri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 err="1">
                <a:ea typeface="+mn-lt"/>
                <a:cs typeface="+mn-lt"/>
              </a:rPr>
              <a:t>Incorporation</a:t>
            </a:r>
            <a:r>
              <a:rPr lang="it-IT" sz="1800">
                <a:ea typeface="+mn-lt"/>
                <a:cs typeface="+mn-lt"/>
              </a:rPr>
              <a:t> of user behavioural </a:t>
            </a:r>
            <a:r>
              <a:rPr lang="it-IT" sz="1800" err="1">
                <a:ea typeface="+mn-lt"/>
                <a:cs typeface="+mn-lt"/>
              </a:rPr>
              <a:t>dimension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</a:t>
            </a:r>
            <a:r>
              <a:rPr lang="it-IT" sz="1800" err="1">
                <a:ea typeface="+mn-lt"/>
                <a:cs typeface="+mn-lt"/>
              </a:rPr>
              <a:t>development</a:t>
            </a:r>
            <a:r>
              <a:rPr lang="it-IT" sz="1800">
                <a:ea typeface="+mn-lt"/>
                <a:cs typeface="+mn-lt"/>
              </a:rPr>
              <a:t>: 95</a:t>
            </a:r>
            <a:r>
              <a:rPr lang="it-IT" sz="1800">
                <a:highlight>
                  <a:srgbClr val="FFFF00"/>
                </a:highlight>
                <a:ea typeface="+mn-lt"/>
                <a:cs typeface="+mn-lt"/>
              </a:rPr>
              <a:t>%</a:t>
            </a:r>
            <a:r>
              <a:rPr lang="it-IT" sz="1800">
                <a:ea typeface="+mn-lt"/>
                <a:cs typeface="+mn-lt"/>
              </a:rPr>
              <a:t> (</a:t>
            </a:r>
            <a:r>
              <a:rPr lang="it-IT" sz="1800" err="1">
                <a:ea typeface="+mn-lt"/>
                <a:cs typeface="+mn-lt"/>
              </a:rPr>
              <a:t>expected</a:t>
            </a:r>
            <a:r>
              <a:rPr lang="it-IT" sz="1800">
                <a:ea typeface="+mn-lt"/>
                <a:cs typeface="+mn-lt"/>
              </a:rPr>
              <a:t> release: </a:t>
            </a:r>
            <a:r>
              <a:rPr lang="it-IT" sz="1800">
                <a:highlight>
                  <a:srgbClr val="FFFF00"/>
                </a:highlight>
                <a:ea typeface="+mn-lt"/>
                <a:cs typeface="+mn-lt"/>
              </a:rPr>
              <a:t>09/2025</a:t>
            </a:r>
            <a:r>
              <a:rPr lang="it-IT" sz="1800">
                <a:ea typeface="+mn-lt"/>
                <a:cs typeface="+mn-lt"/>
              </a:rPr>
              <a:t>)</a:t>
            </a:r>
            <a:endParaRPr lang="it-IT" sz="1800">
              <a:solidFill>
                <a:srgbClr val="0048E5"/>
              </a:solidFill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ea typeface="+mn-lt"/>
                <a:cs typeface="+mn-lt"/>
              </a:rPr>
              <a:t>Finalization</a:t>
            </a:r>
            <a:r>
              <a:rPr lang="it-IT" sz="1800">
                <a:ea typeface="+mn-lt"/>
                <a:cs typeface="+mn-lt"/>
              </a:rPr>
              <a:t> of dimensions</a:t>
            </a: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Participation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to workshop? 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 No</a:t>
            </a: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Missing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data /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requirements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? 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No</a:t>
            </a:r>
            <a:endParaRPr lang="it-IT"/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cs typeface="Calibri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B68A09B-2FAF-F275-6448-E93BF98A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4.3 - Activities – Service B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600D1794-D67B-8995-97F7-54F556232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690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A0DDD-7766-3C9C-21C3-6528B8AD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C67E934-2889-227D-11C6-CE5C8AA44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" sz="1800"/>
              <a:t>Introduction of clustering methods to improve DAE’s model accuracy and disaggregation resolution.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" sz="1800"/>
              <a:t>Improved appliance detection rates observed post-clustering.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" sz="1800"/>
              <a:t>Evaluate</a:t>
            </a:r>
            <a:r>
              <a:rPr lang="en-US" sz="1800"/>
              <a:t>d</a:t>
            </a:r>
            <a:r>
              <a:rPr lang="en" sz="1800"/>
              <a:t> performance on unseen households.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</a:t>
            </a:r>
            <a:r>
              <a:rPr lang="it-IT" sz="1800" err="1">
                <a:ea typeface="+mn-lt"/>
                <a:cs typeface="+mn-lt"/>
              </a:rPr>
              <a:t>development</a:t>
            </a:r>
            <a:r>
              <a:rPr lang="it-IT" sz="1800">
                <a:ea typeface="+mn-lt"/>
                <a:cs typeface="+mn-lt"/>
              </a:rPr>
              <a:t>: </a:t>
            </a:r>
            <a:r>
              <a:rPr lang="it-IT" sz="1800">
                <a:highlight>
                  <a:srgbClr val="FFFF00"/>
                </a:highlight>
                <a:ea typeface="+mn-lt"/>
                <a:cs typeface="+mn-lt"/>
              </a:rPr>
              <a:t>80%</a:t>
            </a:r>
            <a:r>
              <a:rPr lang="it-IT" sz="1800">
                <a:ea typeface="+mn-lt"/>
                <a:cs typeface="+mn-lt"/>
              </a:rPr>
              <a:t> (</a:t>
            </a:r>
            <a:r>
              <a:rPr lang="it-IT" sz="1800" err="1">
                <a:ea typeface="+mn-lt"/>
                <a:cs typeface="+mn-lt"/>
              </a:rPr>
              <a:t>expected</a:t>
            </a:r>
            <a:r>
              <a:rPr lang="it-IT" sz="1800">
                <a:ea typeface="+mn-lt"/>
                <a:cs typeface="+mn-lt"/>
              </a:rPr>
              <a:t> release: </a:t>
            </a:r>
            <a:r>
              <a:rPr lang="it-IT" sz="1800">
                <a:highlight>
                  <a:srgbClr val="FFFF00"/>
                </a:highlight>
                <a:ea typeface="+mn-lt"/>
                <a:cs typeface="+mn-lt"/>
              </a:rPr>
              <a:t>2025/07</a:t>
            </a:r>
            <a:r>
              <a:rPr lang="it-IT" sz="1800">
                <a:ea typeface="+mn-lt"/>
                <a:cs typeface="+mn-lt"/>
              </a:rPr>
              <a:t>)</a:t>
            </a:r>
            <a:endParaRPr lang="it-IT" sz="1800">
              <a:solidFill>
                <a:srgbClr val="0048E5"/>
              </a:solidFill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" sz="1800"/>
              <a:t>Deploy clustered DAE on production HERON platform.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Participation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to workshop? 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No</a:t>
            </a: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-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Missing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data /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requirements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? 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No</a:t>
            </a:r>
            <a:endParaRPr lang="it-IT"/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cs typeface="Calibri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8BD613-0B6D-08EE-1E11-F64E5C9A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4.3 - Activities – Service C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F80083D0-4747-60B0-5707-DD41DF8B0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76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5BC0-D21A-FD03-A508-C4CEA02E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34C7D4-7204-9399-91DA-AD64BA3AE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Development finalisation 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development: 60% (expected release: 06/25)</a:t>
            </a:r>
            <a:endParaRPr lang="it-IT" sz="1800">
              <a:solidFill>
                <a:srgbClr val="0048E5"/>
              </a:solidFill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Integration with DR service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Development for multipliers 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Participation to workshop? Yes (26/5)</a:t>
            </a: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Missing data / requirements?  No</a:t>
            </a:r>
            <a:endParaRPr lang="it-IT"/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cs typeface="Calibri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D35A61A-F3DA-C282-3D76-7686CB84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4.3 - Activities – Service D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A6C89CCE-0D58-4E1D-7509-6DD6E7E94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927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CE81-08A6-6EB6-25A5-8D1B3F60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E0E799-F6BD-67A0-0F73-F8D797574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ea typeface="+mn-lt"/>
                <a:cs typeface="+mn-lt"/>
              </a:rPr>
              <a:t>Austrian</a:t>
            </a:r>
            <a:r>
              <a:rPr lang="it-IT" sz="1800">
                <a:ea typeface="+mn-lt"/>
                <a:cs typeface="+mn-lt"/>
              </a:rPr>
              <a:t> app </a:t>
            </a:r>
            <a:r>
              <a:rPr lang="it-IT" sz="1800" err="1">
                <a:ea typeface="+mn-lt"/>
                <a:cs typeface="+mn-lt"/>
              </a:rPr>
              <a:t>will</a:t>
            </a:r>
            <a:r>
              <a:rPr lang="it-IT" sz="1800">
                <a:ea typeface="+mn-lt"/>
                <a:cs typeface="+mn-lt"/>
              </a:rPr>
              <a:t> be  </a:t>
            </a:r>
            <a:r>
              <a:rPr lang="it-IT" sz="1800" err="1">
                <a:ea typeface="+mn-lt"/>
                <a:cs typeface="+mn-lt"/>
              </a:rPr>
              <a:t>finished</a:t>
            </a:r>
            <a:r>
              <a:rPr lang="it-IT" sz="1800">
                <a:ea typeface="+mn-lt"/>
                <a:cs typeface="+mn-lt"/>
              </a:rPr>
              <a:t> </a:t>
            </a:r>
            <a:r>
              <a:rPr lang="it-IT" sz="1800" err="1">
                <a:ea typeface="+mn-lt"/>
                <a:cs typeface="+mn-lt"/>
              </a:rPr>
              <a:t>next</a:t>
            </a:r>
            <a:r>
              <a:rPr lang="it-IT" sz="1800">
                <a:ea typeface="+mn-lt"/>
                <a:cs typeface="+mn-lt"/>
              </a:rPr>
              <a:t> week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</a:t>
            </a:r>
            <a:r>
              <a:rPr lang="it-IT" sz="1800" err="1">
                <a:ea typeface="+mn-lt"/>
                <a:cs typeface="+mn-lt"/>
              </a:rPr>
              <a:t>development</a:t>
            </a:r>
            <a:r>
              <a:rPr lang="it-IT" sz="1800">
                <a:ea typeface="+mn-lt"/>
                <a:cs typeface="+mn-lt"/>
              </a:rPr>
              <a:t>: 95% (</a:t>
            </a:r>
            <a:r>
              <a:rPr lang="it-IT" sz="1800" err="1">
                <a:ea typeface="+mn-lt"/>
                <a:cs typeface="+mn-lt"/>
              </a:rPr>
              <a:t>expected</a:t>
            </a:r>
            <a:r>
              <a:rPr lang="it-IT" sz="1800">
                <a:ea typeface="+mn-lt"/>
                <a:cs typeface="+mn-lt"/>
              </a:rPr>
              <a:t> release: 25/05)</a:t>
            </a:r>
            <a:endParaRPr lang="en-US"/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Bugfixing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 on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OurPower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energy database due to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issues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with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hierarchical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energy communities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Publish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to app on app stores (Google, Apple)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Participation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to workshop? Yes (end of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May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)</a:t>
            </a:r>
            <a:endParaRPr lang="it-IT"/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,Sans-Serif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Bugs in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OurPower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energy database due to 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hierarchical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energy communities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2FBD66E-4555-F387-6520-40CA8700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4.3 - Activities – Service E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BAFEA683-4EC9-B1A8-ADE2-13FDDBA7C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662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83FC-A72B-9F85-6E6D-401F0EDEA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405428B-9A2D-FFDD-3D71-BDF47118B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</a:pPr>
            <a:r>
              <a:rPr lang="it-IT" sz="1800">
                <a:ea typeface="+mn-lt"/>
                <a:cs typeface="+mn-lt"/>
              </a:rPr>
              <a:t>Finalistion of the DR framework and optimisation engine architecture (MetroLivEnv paper)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</a:pPr>
            <a:r>
              <a:rPr lang="it-IT" sz="1800">
                <a:ea typeface="+mn-lt"/>
                <a:cs typeface="+mn-lt"/>
              </a:rPr>
              <a:t>Continuous onboaring of households &amp; flexible assets -&gt; finalisation of the dissagregation process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ea typeface="+mn-lt"/>
                <a:cs typeface="+mn-lt"/>
              </a:rPr>
              <a:t>Software development: 30% (expected release: 06/25)</a:t>
            </a:r>
            <a:endParaRPr lang="it-IT" sz="1800">
              <a:solidFill>
                <a:srgbClr val="0048E5"/>
              </a:solidFill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Integration with dissagragation service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Finalisation of the DR service development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Test and Validation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Development for multipliers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Participation to workshop? Yes (26/5) </a:t>
            </a: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Integration process but under discussion with other services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Missing data / requirements?  No</a:t>
            </a:r>
            <a:endParaRPr lang="it-IT"/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cs typeface="Calibri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4012335-6DEA-5E59-8904-9E7688B1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4.3 - Activities – Service F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172708F5-C307-EB96-8D18-8B5770376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195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315F-8EC8-F7D2-3B81-23409A1F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AB9970-4E4D-E455-7FE0-EA5C89928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en-US" sz="1800">
                <a:solidFill>
                  <a:srgbClr val="2953F3"/>
                </a:solidFill>
                <a:ea typeface="+mn-lt"/>
                <a:cs typeface="+mn-lt"/>
              </a:rPr>
              <a:t>mockups of the dashboards in which the service outputs will be displayed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</a:t>
            </a:r>
            <a:r>
              <a:rPr lang="it-IT" sz="1800" err="1">
                <a:ea typeface="+mn-lt"/>
                <a:cs typeface="+mn-lt"/>
              </a:rPr>
              <a:t>development</a:t>
            </a:r>
            <a:r>
              <a:rPr lang="it-IT" sz="1800">
                <a:ea typeface="+mn-lt"/>
                <a:cs typeface="+mn-lt"/>
              </a:rPr>
              <a:t>: 10% (</a:t>
            </a:r>
            <a:r>
              <a:rPr lang="it-IT" sz="1800" err="1">
                <a:ea typeface="+mn-lt"/>
                <a:cs typeface="+mn-lt"/>
              </a:rPr>
              <a:t>expected</a:t>
            </a:r>
            <a:r>
              <a:rPr lang="it-IT" sz="1800">
                <a:ea typeface="+mn-lt"/>
                <a:cs typeface="+mn-lt"/>
              </a:rPr>
              <a:t> release: 07/25)</a:t>
            </a:r>
            <a:endParaRPr lang="it-IT" sz="1800">
              <a:solidFill>
                <a:srgbClr val="0048E5"/>
              </a:solidFill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Integrate Service F outputs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into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the Digital Twin.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Participation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to workshop? No</a:t>
            </a: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Waiting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for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development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of the Service F and the GR Digital Twin.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Missing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data /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requirements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? No</a:t>
            </a:r>
            <a:endParaRPr lang="it-IT"/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cs typeface="Calibri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6676DED-91B6-A4FA-345E-C3C71643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4.3 - Activities – Service G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BBCA74CD-3AEB-90FF-8574-F7144FEE9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208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0B9C-40C8-CDFC-902C-E1D05793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AB31CE-CE85-78E1-1C3A-F678A518B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 err="1">
                <a:cs typeface="Calibri"/>
              </a:rPr>
              <a:t>Overview</a:t>
            </a:r>
            <a:r>
              <a:rPr lang="it-IT" sz="1800" b="1">
                <a:cs typeface="Calibri"/>
              </a:rPr>
              <a:t>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latin typeface="Franklin Gothic Book"/>
                <a:ea typeface="+mn-lt"/>
                <a:cs typeface="+mn-lt"/>
              </a:rPr>
              <a:t>Thermal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digital</a:t>
            </a:r>
            <a:r>
              <a:rPr lang="it-IT" sz="1800">
                <a:latin typeface="Franklin Gothic Book"/>
                <a:ea typeface="+mn-lt"/>
                <a:cs typeface="+mn-lt"/>
              </a:rPr>
              <a:t> twins: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predict</a:t>
            </a:r>
            <a:r>
              <a:rPr lang="it-IT" sz="1800">
                <a:latin typeface="Franklin Gothic Book"/>
                <a:ea typeface="+mn-lt"/>
                <a:cs typeface="+mn-lt"/>
              </a:rPr>
              <a:t> the future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evolution</a:t>
            </a:r>
            <a:r>
              <a:rPr lang="it-IT" sz="1800">
                <a:latin typeface="Franklin Gothic Book"/>
                <a:ea typeface="+mn-lt"/>
                <a:cs typeface="+mn-lt"/>
              </a:rPr>
              <a:t> of the indoor temperature of a house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based</a:t>
            </a:r>
            <a:r>
              <a:rPr lang="it-IT" sz="1800">
                <a:latin typeface="Franklin Gothic Book"/>
                <a:ea typeface="+mn-lt"/>
                <a:cs typeface="+mn-lt"/>
              </a:rPr>
              <a:t> on the outdoor temperature and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heating</a:t>
            </a:r>
            <a:r>
              <a:rPr lang="it-IT" sz="1800">
                <a:latin typeface="Franklin Gothic Book"/>
                <a:ea typeface="+mn-lt"/>
                <a:cs typeface="+mn-lt"/>
              </a:rPr>
              <a:t> controls. A second model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predicts</a:t>
            </a:r>
            <a:r>
              <a:rPr lang="it-IT" sz="1800">
                <a:latin typeface="Franklin Gothic Book"/>
                <a:ea typeface="+mn-lt"/>
                <a:cs typeface="+mn-lt"/>
              </a:rPr>
              <a:t> the temperature of the hot water tank.</a:t>
            </a:r>
            <a:endParaRPr lang="en-US" sz="1800">
              <a:solidFill>
                <a:srgbClr val="0048E5"/>
              </a:solidFill>
              <a:latin typeface="Franklin Gothic Book"/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latin typeface="Franklin Gothic Book"/>
                <a:ea typeface="+mn-lt"/>
                <a:cs typeface="+mn-lt"/>
              </a:rPr>
              <a:t>Use the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thermal</a:t>
            </a:r>
            <a:r>
              <a:rPr lang="it-IT" sz="1800">
                <a:latin typeface="Franklin Gothic Book"/>
                <a:ea typeface="+mn-lt"/>
                <a:cs typeface="+mn-lt"/>
              </a:rPr>
              <a:t> models to determine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optimal</a:t>
            </a:r>
            <a:r>
              <a:rPr lang="it-IT" sz="1800">
                <a:latin typeface="Franklin Gothic Book"/>
                <a:ea typeface="+mn-lt"/>
                <a:cs typeface="+mn-lt"/>
              </a:rPr>
              <a:t> controls for the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heat</a:t>
            </a:r>
            <a:r>
              <a:rPr lang="it-IT" sz="1800">
                <a:latin typeface="Franklin Gothic Book"/>
                <a:ea typeface="+mn-lt"/>
                <a:cs typeface="+mn-lt"/>
              </a:rPr>
              <a:t> pump. The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objective</a:t>
            </a:r>
            <a:r>
              <a:rPr lang="it-IT" sz="1800">
                <a:latin typeface="Franklin Gothic Book"/>
                <a:ea typeface="+mn-lt"/>
                <a:cs typeface="+mn-lt"/>
              </a:rPr>
              <a:t>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is</a:t>
            </a:r>
            <a:r>
              <a:rPr lang="it-IT" sz="1800">
                <a:latin typeface="Franklin Gothic Book"/>
                <a:ea typeface="+mn-lt"/>
                <a:cs typeface="+mn-lt"/>
              </a:rPr>
              <a:t> to a)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keep</a:t>
            </a:r>
            <a:r>
              <a:rPr lang="it-IT" sz="1800">
                <a:latin typeface="Franklin Gothic Book"/>
                <a:ea typeface="+mn-lt"/>
                <a:cs typeface="+mn-lt"/>
              </a:rPr>
              <a:t> the indoor temperature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above</a:t>
            </a:r>
            <a:r>
              <a:rPr lang="it-IT" sz="1800">
                <a:latin typeface="Franklin Gothic Book"/>
                <a:ea typeface="+mn-lt"/>
                <a:cs typeface="+mn-lt"/>
              </a:rPr>
              <a:t> the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setpoint</a:t>
            </a:r>
            <a:r>
              <a:rPr lang="it-IT" sz="1800">
                <a:latin typeface="Franklin Gothic Book"/>
                <a:ea typeface="+mn-lt"/>
                <a:cs typeface="+mn-lt"/>
              </a:rPr>
              <a:t>, b)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provide</a:t>
            </a:r>
            <a:r>
              <a:rPr lang="it-IT" sz="1800">
                <a:latin typeface="Franklin Gothic Book"/>
                <a:ea typeface="+mn-lt"/>
                <a:cs typeface="+mn-lt"/>
              </a:rPr>
              <a:t> hot water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when</a:t>
            </a:r>
            <a:r>
              <a:rPr lang="it-IT" sz="1800">
                <a:latin typeface="Franklin Gothic Book"/>
                <a:ea typeface="+mn-lt"/>
                <a:cs typeface="+mn-lt"/>
              </a:rPr>
              <a:t>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needed</a:t>
            </a:r>
            <a:r>
              <a:rPr lang="it-IT" sz="1800">
                <a:latin typeface="Franklin Gothic Book"/>
                <a:ea typeface="+mn-lt"/>
                <a:cs typeface="+mn-lt"/>
              </a:rPr>
              <a:t> c)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minimize</a:t>
            </a:r>
            <a:r>
              <a:rPr lang="it-IT" sz="1800">
                <a:latin typeface="Franklin Gothic Book"/>
                <a:ea typeface="+mn-lt"/>
                <a:cs typeface="+mn-lt"/>
              </a:rPr>
              <a:t> the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electricity</a:t>
            </a:r>
            <a:r>
              <a:rPr lang="it-IT" sz="1800">
                <a:latin typeface="Franklin Gothic Book"/>
                <a:ea typeface="+mn-lt"/>
                <a:cs typeface="+mn-lt"/>
              </a:rPr>
              <a:t> cost and d)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minimize</a:t>
            </a:r>
            <a:r>
              <a:rPr lang="it-IT" sz="1800">
                <a:latin typeface="Franklin Gothic Book"/>
                <a:ea typeface="+mn-lt"/>
                <a:cs typeface="+mn-lt"/>
              </a:rPr>
              <a:t> the carbon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emissions</a:t>
            </a:r>
            <a:r>
              <a:rPr lang="it-IT" sz="1800">
                <a:latin typeface="Franklin Gothic Book"/>
                <a:ea typeface="+mn-lt"/>
                <a:cs typeface="+mn-lt"/>
              </a:rPr>
              <a:t>.</a:t>
            </a:r>
            <a:endParaRPr lang="en-US" sz="1800">
              <a:solidFill>
                <a:srgbClr val="0048E5"/>
              </a:solidFill>
              <a:latin typeface="Franklin Gothic Book"/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</a:t>
            </a:r>
            <a:r>
              <a:rPr lang="it-IT" sz="1800" err="1">
                <a:ea typeface="+mn-lt"/>
                <a:cs typeface="+mn-lt"/>
              </a:rPr>
              <a:t>development</a:t>
            </a:r>
            <a:r>
              <a:rPr lang="it-IT" sz="1800">
                <a:ea typeface="+mn-lt"/>
                <a:cs typeface="+mn-lt"/>
              </a:rPr>
              <a:t>: </a:t>
            </a:r>
            <a:r>
              <a:rPr lang="it-IT" sz="1800">
                <a:latin typeface="Franklin Gothic Book"/>
                <a:ea typeface="+mn-lt"/>
                <a:cs typeface="+mn-lt"/>
              </a:rPr>
              <a:t>70% (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expected</a:t>
            </a:r>
            <a:r>
              <a:rPr lang="it-IT" sz="1800">
                <a:latin typeface="Franklin Gothic Book"/>
                <a:ea typeface="+mn-lt"/>
                <a:cs typeface="+mn-lt"/>
              </a:rPr>
              <a:t> release: </a:t>
            </a:r>
            <a:r>
              <a:rPr lang="it-IT" sz="1800" err="1">
                <a:latin typeface="Franklin Gothic Book"/>
                <a:ea typeface="+mn-lt"/>
                <a:cs typeface="+mn-lt"/>
              </a:rPr>
              <a:t>September</a:t>
            </a:r>
            <a:r>
              <a:rPr lang="it-IT" sz="1800">
                <a:latin typeface="Franklin Gothic Book"/>
                <a:ea typeface="+mn-lt"/>
                <a:cs typeface="+mn-lt"/>
              </a:rPr>
              <a:t> 2025)</a:t>
            </a: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Finetune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thermal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models on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historical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data of a house to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maximise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accuracy</a:t>
            </a:r>
            <a:endParaRPr lang="en-US" sz="1800" err="1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Deploy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in Pilot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Participation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to workshop? Yes (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December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2025)</a:t>
            </a:r>
            <a:endParaRPr lang="it-IT" sz="1800">
              <a:solidFill>
                <a:srgbClr val="0048E5"/>
              </a:solidFill>
              <a:highlight>
                <a:srgbClr val="FFFF00"/>
              </a:highlight>
              <a:ea typeface="+mn-lt"/>
              <a:cs typeface="+mn-lt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cs typeface="Calibri"/>
              </a:rPr>
              <a:t>Pilot </a:t>
            </a:r>
            <a:r>
              <a:rPr lang="it-IT" sz="1800" err="1">
                <a:solidFill>
                  <a:srgbClr val="0048E5"/>
                </a:solidFill>
                <a:cs typeface="Calibri"/>
              </a:rPr>
              <a:t>contract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</a:t>
            </a:r>
            <a:r>
              <a:rPr lang="it-IT" sz="1800" err="1">
                <a:solidFill>
                  <a:srgbClr val="0048E5"/>
                </a:solidFill>
                <a:cs typeface="Calibri"/>
              </a:rPr>
              <a:t>not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</a:t>
            </a:r>
            <a:r>
              <a:rPr lang="it-IT" sz="1800" err="1">
                <a:solidFill>
                  <a:srgbClr val="0048E5"/>
                </a:solidFill>
                <a:cs typeface="Calibri"/>
              </a:rPr>
              <a:t>yet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</a:t>
            </a:r>
            <a:r>
              <a:rPr lang="it-IT" sz="1800" err="1">
                <a:solidFill>
                  <a:srgbClr val="0048E5"/>
                </a:solidFill>
                <a:cs typeface="Calibri"/>
              </a:rPr>
              <a:t>signed</a:t>
            </a:r>
            <a:endParaRPr lang="it-IT" sz="1800" err="1">
              <a:solidFill>
                <a:srgbClr val="0048E5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cs typeface="Calibri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</a:pPr>
            <a:endParaRPr lang="it-IT" sz="1800">
              <a:cs typeface="Calibri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9DBC865-AD3A-EB5E-EF26-1AF09EC4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4.3 - Activities – Service H</a:t>
            </a:r>
            <a:endParaRPr lang="en-GB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61680B68-8A95-9825-8318-67A96410B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922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8F876-EB73-AB3D-9BB9-7E2528FD2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/>
              <a:t>Task 4.4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DB7AE6-1B65-A370-7651-6C2F76294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840062"/>
          </a:xfrm>
        </p:spPr>
        <p:txBody>
          <a:bodyPr/>
          <a:lstStyle/>
          <a:p>
            <a:r>
              <a:rPr lang="en-US"/>
              <a:t>Local flexibility management for energy communities and self-consumption/cost </a:t>
            </a:r>
            <a:r>
              <a:rPr lang="en-US" err="1"/>
              <a:t>optimisation</a:t>
            </a:r>
            <a:endParaRPr lang="en-GB"/>
          </a:p>
        </p:txBody>
      </p:sp>
      <p:sp>
        <p:nvSpPr>
          <p:cNvPr id="7" name="Segnaposto numero diapositiva 2">
            <a:extLst>
              <a:ext uri="{FF2B5EF4-FFF2-40B4-BE49-F238E27FC236}">
                <a16:creationId xmlns:a16="http://schemas.microsoft.com/office/drawing/2014/main" id="{FD025BC4-C084-7D06-AD45-67079155D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7913"/>
            <a:ext cx="683623" cy="70008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0078E6B1-D7CD-C005-2E1A-B83E7CFF33FB}"/>
              </a:ext>
            </a:extLst>
          </p:cNvPr>
          <p:cNvSpPr txBox="1">
            <a:spLocks/>
          </p:cNvSpPr>
          <p:nvPr/>
        </p:nvSpPr>
        <p:spPr>
          <a:xfrm>
            <a:off x="609934" y="4398264"/>
            <a:ext cx="10972132" cy="53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None/>
              <a:defRPr sz="2800" kern="1200">
                <a:solidFill>
                  <a:srgbClr val="FFBE00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OurPower(10), ENG(5), CARTIF(8), COMS(8), BLUEPRINT(8), CIMNE(4), ROMUR(4)</a:t>
            </a:r>
          </a:p>
          <a:p>
            <a:r>
              <a:rPr lang="it-IT" sz="2000">
                <a:solidFill>
                  <a:srgbClr val="FFBE00"/>
                </a:solidFill>
                <a:cs typeface="Calibri" panose="020F0502020204030204" pitchFamily="34" charset="0"/>
              </a:rPr>
              <a:t>Pilot 1 Austria, Pilot 5 </a:t>
            </a:r>
            <a:r>
              <a:rPr lang="it-IT" sz="2000" err="1">
                <a:solidFill>
                  <a:srgbClr val="FFBE00"/>
                </a:solidFill>
                <a:cs typeface="Calibri" panose="020F0502020204030204" pitchFamily="34" charset="0"/>
              </a:rPr>
              <a:t>Spain</a:t>
            </a:r>
            <a:endParaRPr lang="it-IT" sz="2000">
              <a:solidFill>
                <a:srgbClr val="FFBE00"/>
              </a:solidFill>
              <a:cs typeface="Calibri" panose="020F0502020204030204" pitchFamily="34" charset="0"/>
            </a:endParaRPr>
          </a:p>
          <a:p>
            <a:endParaRPr lang="en-US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662517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A003-5B92-7AD7-9F39-9FF47AD2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9CB16F-C1AE-F6EA-5A6E-F4EE523A1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highlight>
                <a:srgbClr val="FFFF00"/>
              </a:highlight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cs typeface="Calibri"/>
              </a:rPr>
              <a:t>COMS </a:t>
            </a:r>
            <a:r>
              <a:rPr lang="it-IT" sz="1800" err="1">
                <a:cs typeface="Calibri"/>
              </a:rPr>
              <a:t>is</a:t>
            </a:r>
            <a:r>
              <a:rPr lang="it-IT" sz="1800">
                <a:cs typeface="Calibri"/>
              </a:rPr>
              <a:t> working on the EC </a:t>
            </a:r>
            <a:r>
              <a:rPr lang="it-IT" sz="1800" err="1">
                <a:cs typeface="Calibri"/>
              </a:rPr>
              <a:t>analysis</a:t>
            </a:r>
            <a:r>
              <a:rPr lang="it-IT" sz="1800">
                <a:cs typeface="Calibri"/>
              </a:rPr>
              <a:t> and </a:t>
            </a:r>
            <a:r>
              <a:rPr lang="it-IT" sz="1800" err="1">
                <a:cs typeface="Calibri"/>
              </a:rPr>
              <a:t>simulation</a:t>
            </a:r>
            <a:r>
              <a:rPr lang="it-IT" sz="1800">
                <a:cs typeface="Calibri"/>
              </a:rPr>
              <a:t> tools for the </a:t>
            </a:r>
            <a:r>
              <a:rPr lang="it-IT" sz="1800" err="1">
                <a:cs typeface="Calibri"/>
              </a:rPr>
              <a:t>pre-aggregation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platform</a:t>
            </a:r>
            <a:endParaRPr lang="it-IT" sz="1800">
              <a:cs typeface="Calibri"/>
            </a:endParaRPr>
          </a:p>
          <a:p>
            <a:pPr marL="952500" lvl="1" indent="-285750">
              <a:spcBef>
                <a:spcPts val="600"/>
              </a:spcBef>
              <a:spcAft>
                <a:spcPts val="600"/>
              </a:spcAft>
              <a:buFont typeface="Courier New"/>
              <a:buChar char="o"/>
            </a:pPr>
            <a:r>
              <a:rPr lang="it-IT" sz="1400">
                <a:solidFill>
                  <a:srgbClr val="2953F3"/>
                </a:solidFill>
                <a:cs typeface="Calibri"/>
              </a:rPr>
              <a:t>First </a:t>
            </a:r>
            <a:r>
              <a:rPr lang="it-IT" sz="1400" err="1">
                <a:solidFill>
                  <a:srgbClr val="2953F3"/>
                </a:solidFill>
                <a:cs typeface="Calibri"/>
              </a:rPr>
              <a:t>version</a:t>
            </a:r>
            <a:r>
              <a:rPr lang="it-IT" sz="1400">
                <a:solidFill>
                  <a:srgbClr val="2953F3"/>
                </a:solidFill>
                <a:cs typeface="Calibri"/>
              </a:rPr>
              <a:t> of EC </a:t>
            </a:r>
            <a:r>
              <a:rPr lang="it-IT" sz="1400" err="1">
                <a:solidFill>
                  <a:srgbClr val="2953F3"/>
                </a:solidFill>
                <a:cs typeface="Calibri"/>
              </a:rPr>
              <a:t>settlement</a:t>
            </a:r>
            <a:r>
              <a:rPr lang="it-IT" sz="1400">
                <a:solidFill>
                  <a:srgbClr val="2953F3"/>
                </a:solidFill>
                <a:cs typeface="Calibri"/>
              </a:rPr>
              <a:t> </a:t>
            </a:r>
            <a:r>
              <a:rPr lang="it-IT" sz="1400" err="1">
                <a:solidFill>
                  <a:srgbClr val="2953F3"/>
                </a:solidFill>
                <a:cs typeface="Calibri"/>
              </a:rPr>
              <a:t>module</a:t>
            </a:r>
            <a:r>
              <a:rPr lang="it-IT" sz="1400">
                <a:solidFill>
                  <a:srgbClr val="2953F3"/>
                </a:solidFill>
                <a:cs typeface="Calibri"/>
              </a:rPr>
              <a:t> </a:t>
            </a:r>
            <a:r>
              <a:rPr lang="it-IT" sz="1400" err="1">
                <a:solidFill>
                  <a:srgbClr val="2953F3"/>
                </a:solidFill>
                <a:cs typeface="Calibri"/>
              </a:rPr>
              <a:t>deployed</a:t>
            </a:r>
            <a:endParaRPr lang="it-IT" sz="1400">
              <a:solidFill>
                <a:srgbClr val="2953F3"/>
              </a:solidFill>
              <a:cs typeface="Calibri"/>
            </a:endParaRPr>
          </a:p>
          <a:p>
            <a:pPr marL="952500" lvl="1" indent="-285750">
              <a:spcBef>
                <a:spcPts val="600"/>
              </a:spcBef>
              <a:spcAft>
                <a:spcPts val="600"/>
              </a:spcAft>
              <a:buFont typeface="Courier New"/>
              <a:buChar char="o"/>
            </a:pPr>
            <a:r>
              <a:rPr lang="it-IT" sz="1400">
                <a:solidFill>
                  <a:srgbClr val="2953F3"/>
                </a:solidFill>
                <a:cs typeface="Calibri"/>
              </a:rPr>
              <a:t>Focus on planning for the </a:t>
            </a:r>
            <a:r>
              <a:rPr lang="it-IT" sz="1400" err="1">
                <a:solidFill>
                  <a:srgbClr val="2953F3"/>
                </a:solidFill>
                <a:cs typeface="Calibri"/>
              </a:rPr>
              <a:t>flexibility</a:t>
            </a:r>
            <a:r>
              <a:rPr lang="it-IT" sz="1400">
                <a:solidFill>
                  <a:srgbClr val="2953F3"/>
                </a:solidFill>
                <a:cs typeface="Calibri"/>
              </a:rPr>
              <a:t> provisioning and scheduling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cs typeface="Calibri"/>
              </a:rPr>
              <a:t>OurPower's</a:t>
            </a:r>
            <a:r>
              <a:rPr lang="it-IT" sz="1800">
                <a:cs typeface="Calibri"/>
              </a:rPr>
              <a:t> energy database API </a:t>
            </a:r>
            <a:r>
              <a:rPr lang="it-IT" sz="1800" err="1">
                <a:cs typeface="Calibri"/>
              </a:rPr>
              <a:t>is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available</a:t>
            </a:r>
            <a:r>
              <a:rPr lang="it-IT" sz="1800">
                <a:cs typeface="Calibri"/>
              </a:rPr>
              <a:t>, focus on </a:t>
            </a:r>
            <a:r>
              <a:rPr lang="it-IT" sz="1800" err="1">
                <a:cs typeface="Calibri"/>
              </a:rPr>
              <a:t>finalizing</a:t>
            </a:r>
            <a:r>
              <a:rPr lang="it-IT" sz="1800">
                <a:cs typeface="Calibri"/>
              </a:rPr>
              <a:t> the energy community management </a:t>
            </a:r>
            <a:r>
              <a:rPr lang="it-IT" sz="1800" err="1">
                <a:cs typeface="Calibri"/>
              </a:rPr>
              <a:t>platform</a:t>
            </a:r>
            <a:endParaRPr lang="it-IT" sz="1800"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cs typeface="Calibri"/>
              </a:rPr>
              <a:t>CARTIF </a:t>
            </a:r>
            <a:r>
              <a:rPr lang="it-IT" sz="1800" err="1">
                <a:cs typeface="Calibri"/>
              </a:rPr>
              <a:t>is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ea typeface="+mn-lt"/>
                <a:cs typeface="+mn-lt"/>
              </a:rPr>
              <a:t>evaluating</a:t>
            </a:r>
            <a:r>
              <a:rPr lang="it-IT" sz="1800">
                <a:ea typeface="+mn-lt"/>
                <a:cs typeface="+mn-lt"/>
              </a:rPr>
              <a:t> the </a:t>
            </a:r>
            <a:r>
              <a:rPr lang="it-IT" sz="1800" err="1">
                <a:ea typeface="+mn-lt"/>
                <a:cs typeface="+mn-lt"/>
              </a:rPr>
              <a:t>integration</a:t>
            </a:r>
            <a:r>
              <a:rPr lang="it-IT" sz="1800">
                <a:ea typeface="+mn-lt"/>
                <a:cs typeface="+mn-lt"/>
              </a:rPr>
              <a:t> of the service with the </a:t>
            </a:r>
            <a:r>
              <a:rPr lang="it-IT" sz="1800" err="1">
                <a:ea typeface="+mn-lt"/>
                <a:cs typeface="+mn-lt"/>
              </a:rPr>
              <a:t>Austrian</a:t>
            </a:r>
            <a:r>
              <a:rPr lang="it-IT" sz="1800">
                <a:ea typeface="+mn-lt"/>
                <a:cs typeface="+mn-lt"/>
              </a:rPr>
              <a:t> API.</a:t>
            </a:r>
            <a:endParaRPr lang="it-IT" sz="1800"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cs typeface="Calibri"/>
              </a:rPr>
              <a:t>CIMNE </a:t>
            </a:r>
            <a:r>
              <a:rPr lang="it-IT" sz="1800" err="1">
                <a:cs typeface="Calibri"/>
              </a:rPr>
              <a:t>is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improving</a:t>
            </a:r>
            <a:r>
              <a:rPr lang="it-IT" sz="1800">
                <a:cs typeface="Calibri"/>
              </a:rPr>
              <a:t> the </a:t>
            </a:r>
            <a:r>
              <a:rPr lang="it-IT" sz="1800" err="1">
                <a:cs typeface="Calibri"/>
              </a:rPr>
              <a:t>optimization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algorithm</a:t>
            </a:r>
            <a:r>
              <a:rPr lang="it-IT" sz="1800">
                <a:cs typeface="Calibri"/>
              </a:rPr>
              <a:t> and </a:t>
            </a:r>
            <a:r>
              <a:rPr lang="it-IT" sz="1800" err="1">
                <a:cs typeface="Calibri"/>
              </a:rPr>
              <a:t>establishing</a:t>
            </a:r>
            <a:r>
              <a:rPr lang="it-IT" sz="1800">
                <a:cs typeface="Calibri"/>
              </a:rPr>
              <a:t> the API connections for the Spanish pilot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cs typeface="Calibri"/>
              </a:rPr>
              <a:t>CIMNE </a:t>
            </a:r>
            <a:r>
              <a:rPr lang="it-IT" sz="1800" err="1">
                <a:cs typeface="Calibri"/>
              </a:rPr>
              <a:t>is</a:t>
            </a:r>
            <a:r>
              <a:rPr lang="it-IT" sz="1800">
                <a:cs typeface="Calibri"/>
              </a:rPr>
              <a:t> testing the </a:t>
            </a:r>
            <a:r>
              <a:rPr lang="it-IT" sz="1800" err="1">
                <a:cs typeface="Calibri"/>
              </a:rPr>
              <a:t>algorithms</a:t>
            </a:r>
            <a:r>
              <a:rPr lang="it-IT" sz="1800">
                <a:cs typeface="Calibri"/>
              </a:rPr>
              <a:t> with real-time </a:t>
            </a:r>
            <a:r>
              <a:rPr lang="it-IT" sz="1800" err="1">
                <a:cs typeface="Calibri"/>
              </a:rPr>
              <a:t>simulation</a:t>
            </a:r>
            <a:r>
              <a:rPr lang="it-IT" sz="1800">
                <a:cs typeface="Calibri"/>
              </a:rPr>
              <a:t> in </a:t>
            </a:r>
            <a:r>
              <a:rPr lang="it-IT" sz="1800" err="1">
                <a:cs typeface="Calibri"/>
              </a:rPr>
              <a:t>Typhoon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hill</a:t>
            </a:r>
            <a:r>
              <a:rPr lang="it-IT" sz="1800">
                <a:cs typeface="Calibri"/>
              </a:rPr>
              <a:t> </a:t>
            </a:r>
            <a:r>
              <a:rPr lang="it-IT" sz="1800" err="1">
                <a:cs typeface="Calibri"/>
              </a:rPr>
              <a:t>enviroment</a:t>
            </a:r>
            <a:r>
              <a:rPr lang="it-IT" sz="1800">
                <a:cs typeface="Calibri"/>
              </a:rPr>
              <a:t>.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cs typeface="Calibri"/>
              </a:rPr>
              <a:t>Software </a:t>
            </a:r>
            <a:r>
              <a:rPr lang="it-IT" sz="1800" err="1">
                <a:cs typeface="Calibri"/>
              </a:rPr>
              <a:t>development</a:t>
            </a:r>
            <a:r>
              <a:rPr lang="it-IT" sz="1800">
                <a:cs typeface="Calibri"/>
              </a:rPr>
              <a:t>: 80% (</a:t>
            </a:r>
            <a:r>
              <a:rPr lang="it-IT" sz="1800" err="1">
                <a:cs typeface="Calibri"/>
              </a:rPr>
              <a:t>expected</a:t>
            </a:r>
            <a:r>
              <a:rPr lang="it-IT" sz="1800">
                <a:cs typeface="Calibri"/>
              </a:rPr>
              <a:t> release: 25/05)</a:t>
            </a:r>
            <a:endParaRPr lang="it-IT">
              <a:cs typeface="Calibri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Finalize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developments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and data/service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integration</a:t>
            </a: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Bugfixing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 on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OurPower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energy database due to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issue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with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hierarchical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energy communities</a:t>
            </a: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  <a:buChar char="●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Participation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to workshop? Yes (end of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May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)</a:t>
            </a:r>
            <a:endParaRPr lang="it-IT"/>
          </a:p>
          <a:p>
            <a:pPr marL="34290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ea typeface="+mn-lt"/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endParaRPr lang="it-IT">
              <a:ea typeface="+mn-lt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4E74ED-02CD-A2DD-6744-090D0E12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4.4</a:t>
            </a:r>
            <a:endParaRPr lang="en-US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BF4AF002-E1A2-E142-3B75-2FE085BDB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970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8F876-EB73-AB3D-9BB9-7E2528FD2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/>
              <a:t>Task 4.5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DB7AE6-1B65-A370-7651-6C2F76294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840062"/>
          </a:xfrm>
        </p:spPr>
        <p:txBody>
          <a:bodyPr/>
          <a:lstStyle/>
          <a:p>
            <a:r>
              <a:rPr lang="en-US"/>
              <a:t>Optimal Aggregation of flexible energy resources for heat vs electrical flexibility </a:t>
            </a:r>
            <a:r>
              <a:rPr lang="en-US" err="1"/>
              <a:t>valorisation</a:t>
            </a:r>
            <a:endParaRPr lang="en-GB"/>
          </a:p>
        </p:txBody>
      </p:sp>
      <p:sp>
        <p:nvSpPr>
          <p:cNvPr id="7" name="Segnaposto numero diapositiva 2">
            <a:extLst>
              <a:ext uri="{FF2B5EF4-FFF2-40B4-BE49-F238E27FC236}">
                <a16:creationId xmlns:a16="http://schemas.microsoft.com/office/drawing/2014/main" id="{FD025BC4-C084-7D06-AD45-67079155D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7913"/>
            <a:ext cx="683623" cy="70008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0078E6B1-D7CD-C005-2E1A-B83E7CFF33FB}"/>
              </a:ext>
            </a:extLst>
          </p:cNvPr>
          <p:cNvSpPr txBox="1">
            <a:spLocks/>
          </p:cNvSpPr>
          <p:nvPr/>
        </p:nvSpPr>
        <p:spPr>
          <a:xfrm>
            <a:off x="609934" y="4398264"/>
            <a:ext cx="10972132" cy="5316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None/>
              <a:defRPr sz="2800" kern="1200">
                <a:solidFill>
                  <a:srgbClr val="FFBE00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000"/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NEOGRID(10), ENG(5)</a:t>
            </a:r>
          </a:p>
          <a:p>
            <a:r>
              <a:rPr lang="it-IT" sz="2000">
                <a:solidFill>
                  <a:srgbClr val="FFBE00"/>
                </a:solidFill>
                <a:cs typeface="Calibri" panose="020F0502020204030204" pitchFamily="34" charset="0"/>
              </a:rPr>
              <a:t>Pilot 2 </a:t>
            </a:r>
            <a:r>
              <a:rPr lang="it-IT" sz="2000" err="1">
                <a:solidFill>
                  <a:srgbClr val="FFBE00"/>
                </a:solidFill>
                <a:cs typeface="Calibri" panose="020F0502020204030204" pitchFamily="34" charset="0"/>
              </a:rPr>
              <a:t>Denmark</a:t>
            </a:r>
            <a:endParaRPr lang="it-IT" sz="2000">
              <a:solidFill>
                <a:srgbClr val="FFBE00"/>
              </a:solidFill>
              <a:cs typeface="Calibri" panose="020F0502020204030204" pitchFamily="34" charset="0"/>
            </a:endParaRPr>
          </a:p>
          <a:p>
            <a:endParaRPr lang="en-US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116141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0402E-4A98-284E-A67B-7204F975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D6FAA50-A308-E7EE-396C-0351587AB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34" y="1132221"/>
            <a:ext cx="10972132" cy="4870709"/>
          </a:xfrm>
        </p:spPr>
        <p:txBody>
          <a:bodyPr/>
          <a:lstStyle/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cs typeface="Calibri"/>
              </a:rPr>
              <a:t>Updates: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2953F3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ea typeface="+mn-lt"/>
                <a:cs typeface="+mn-lt"/>
              </a:rPr>
              <a:t>Software </a:t>
            </a:r>
            <a:r>
              <a:rPr lang="it-IT" sz="1800" err="1">
                <a:ea typeface="+mn-lt"/>
                <a:cs typeface="+mn-lt"/>
              </a:rPr>
              <a:t>development</a:t>
            </a:r>
            <a:r>
              <a:rPr lang="it-IT" sz="1800">
                <a:ea typeface="+mn-lt"/>
                <a:cs typeface="+mn-lt"/>
              </a:rPr>
              <a:t>: </a:t>
            </a:r>
            <a:r>
              <a:rPr lang="it-IT" sz="1800">
                <a:highlight>
                  <a:srgbClr val="FFFF00"/>
                </a:highlight>
                <a:ea typeface="+mn-lt"/>
                <a:cs typeface="+mn-lt"/>
              </a:rPr>
              <a:t>NN%</a:t>
            </a:r>
            <a:r>
              <a:rPr lang="it-IT" sz="1800">
                <a:ea typeface="+mn-lt"/>
                <a:cs typeface="+mn-lt"/>
              </a:rPr>
              <a:t> (</a:t>
            </a:r>
            <a:r>
              <a:rPr lang="it-IT" sz="1800" err="1">
                <a:ea typeface="+mn-lt"/>
                <a:cs typeface="+mn-lt"/>
              </a:rPr>
              <a:t>expected</a:t>
            </a:r>
            <a:r>
              <a:rPr lang="it-IT" sz="1800">
                <a:ea typeface="+mn-lt"/>
                <a:cs typeface="+mn-lt"/>
              </a:rPr>
              <a:t> release: </a:t>
            </a:r>
            <a:r>
              <a:rPr lang="it-IT" sz="1800">
                <a:highlight>
                  <a:srgbClr val="FFFF00"/>
                </a:highlight>
                <a:ea typeface="+mn-lt"/>
                <a:cs typeface="+mn-lt"/>
              </a:rPr>
              <a:t>YY/MM</a:t>
            </a:r>
            <a:r>
              <a:rPr lang="it-IT" sz="1800">
                <a:ea typeface="+mn-lt"/>
                <a:cs typeface="+mn-lt"/>
              </a:rPr>
              <a:t>)</a:t>
            </a:r>
            <a:endParaRPr lang="it-IT" sz="1800">
              <a:solidFill>
                <a:srgbClr val="0048E5"/>
              </a:solidFill>
              <a:ea typeface="+mn-lt"/>
              <a:cs typeface="+mn-lt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2953F3"/>
                </a:solidFill>
                <a:cs typeface="Calibri"/>
              </a:rPr>
              <a:t>Next steps: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cs typeface="Calibri"/>
              </a:rPr>
              <a:t>Participation</a:t>
            </a:r>
            <a:r>
              <a:rPr lang="it-IT" sz="1800">
                <a:solidFill>
                  <a:srgbClr val="0048E5"/>
                </a:solidFill>
                <a:cs typeface="Calibri"/>
              </a:rPr>
              <a:t> to workshop? 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cs typeface="Calibri"/>
              </a:rPr>
              <a:t>Yes (</a:t>
            </a:r>
            <a:r>
              <a:rPr lang="it-IT" sz="1800" err="1">
                <a:solidFill>
                  <a:srgbClr val="0048E5"/>
                </a:solidFill>
                <a:highlight>
                  <a:srgbClr val="FFFF00"/>
                </a:highlight>
                <a:cs typeface="Calibri"/>
              </a:rPr>
              <a:t>expected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cs typeface="Calibri"/>
              </a:rPr>
              <a:t> date) / No</a:t>
            </a:r>
            <a:endParaRPr lang="it-IT" sz="1800">
              <a:solidFill>
                <a:srgbClr val="0048E5"/>
              </a:solidFill>
              <a:cs typeface="Calibri"/>
            </a:endParaRPr>
          </a:p>
          <a:p>
            <a:pPr marL="5715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800" b="1">
                <a:solidFill>
                  <a:srgbClr val="0048E5"/>
                </a:solidFill>
                <a:cs typeface="Calibri"/>
              </a:rPr>
              <a:t>Issues:</a:t>
            </a:r>
            <a:endParaRPr lang="en-US" sz="1800">
              <a:solidFill>
                <a:srgbClr val="0048E5"/>
              </a:solidFill>
              <a:cs typeface="Calibri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…</a:t>
            </a:r>
            <a:endParaRPr lang="en-US" sz="1800">
              <a:solidFill>
                <a:srgbClr val="0048E5"/>
              </a:solidFill>
              <a:ea typeface="+mn-lt"/>
              <a:cs typeface="+mn-lt"/>
            </a:endParaRPr>
          </a:p>
          <a:p>
            <a:pPr marL="342900" indent="-285750">
              <a:spcBef>
                <a:spcPts val="600"/>
              </a:spcBef>
              <a:spcAft>
                <a:spcPts val="600"/>
              </a:spcAft>
              <a:buFont typeface="Arial"/>
            </a:pP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Missing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 data / </a:t>
            </a:r>
            <a:r>
              <a:rPr lang="it-IT" sz="1800" err="1">
                <a:solidFill>
                  <a:srgbClr val="0048E5"/>
                </a:solidFill>
                <a:ea typeface="+mn-lt"/>
                <a:cs typeface="+mn-lt"/>
              </a:rPr>
              <a:t>requirements</a:t>
            </a:r>
            <a:r>
              <a:rPr lang="it-IT" sz="1800">
                <a:solidFill>
                  <a:srgbClr val="0048E5"/>
                </a:solidFill>
                <a:ea typeface="+mn-lt"/>
                <a:cs typeface="+mn-lt"/>
              </a:rPr>
              <a:t>? 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Yes (from </a:t>
            </a:r>
            <a:r>
              <a:rPr lang="it-IT" sz="1800" err="1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whom</a:t>
            </a:r>
            <a:r>
              <a:rPr lang="it-IT" sz="1800">
                <a:solidFill>
                  <a:srgbClr val="0048E5"/>
                </a:solidFill>
                <a:highlight>
                  <a:srgbClr val="FFFF00"/>
                </a:highlight>
                <a:ea typeface="+mn-lt"/>
                <a:cs typeface="+mn-lt"/>
              </a:rPr>
              <a:t>) / No</a:t>
            </a:r>
            <a:endParaRPr lang="it-IT"/>
          </a:p>
          <a:p>
            <a:pPr marL="342900" indent="-285750">
              <a:spcBef>
                <a:spcPts val="600"/>
              </a:spcBef>
              <a:spcAft>
                <a:spcPts val="600"/>
              </a:spcAft>
            </a:pPr>
            <a:endParaRPr lang="it-IT" sz="1800">
              <a:solidFill>
                <a:srgbClr val="0048E5"/>
              </a:solidFill>
              <a:highlight>
                <a:srgbClr val="FFFF00"/>
              </a:highlight>
              <a:ea typeface="+mn-lt"/>
              <a:cs typeface="+mn-lt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5EDA929-8E43-9E9E-96C9-91A8E437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/>
              </a:rPr>
              <a:t>Task 4.5</a:t>
            </a:r>
            <a:endParaRPr lang="en-US"/>
          </a:p>
        </p:txBody>
      </p:sp>
      <p:sp>
        <p:nvSpPr>
          <p:cNvPr id="5" name="Segnaposto numero diapositiva 2">
            <a:extLst>
              <a:ext uri="{FF2B5EF4-FFF2-40B4-BE49-F238E27FC236}">
                <a16:creationId xmlns:a16="http://schemas.microsoft.com/office/drawing/2014/main" id="{74ECF0D0-C7FB-5BD7-67C8-47C44D803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</p:spPr>
        <p:txBody>
          <a:bodyPr/>
          <a:lstStyle/>
          <a:p>
            <a:fld id="{1FFA4B92-604C-DF4A-82F5-53F7CAD89603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247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0CE9D-41CD-25B2-CEA5-F3DED85752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8000"/>
              <a:t>Thank you!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1A3A845-7A91-D91C-AF2E-AABDC798933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015197" y="4303713"/>
            <a:ext cx="1854160" cy="27146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GB" sz="1300">
                <a:solidFill>
                  <a:schemeClr val="bg1"/>
                </a:solidFill>
              </a:rPr>
              <a:t>DEDALUS-HORIZON.EU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F92DFBA8-B8DE-91AA-FC17-0392D2C2BF9D}"/>
              </a:ext>
            </a:extLst>
          </p:cNvPr>
          <p:cNvSpPr txBox="1">
            <a:spLocks/>
          </p:cNvSpPr>
          <p:nvPr/>
        </p:nvSpPr>
        <p:spPr>
          <a:xfrm>
            <a:off x="4566542" y="4293029"/>
            <a:ext cx="1361834" cy="293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/>
              <a:t>@DEDALUS_EU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4518A588-DDA2-ED8F-6F2E-B23C3471FE5D}"/>
              </a:ext>
            </a:extLst>
          </p:cNvPr>
          <p:cNvSpPr txBox="1">
            <a:spLocks/>
          </p:cNvSpPr>
          <p:nvPr/>
        </p:nvSpPr>
        <p:spPr>
          <a:xfrm>
            <a:off x="6537154" y="4293147"/>
            <a:ext cx="1303499" cy="2721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/>
              <a:t>@DEDALUS_EU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CAF8F3B3-847A-FA90-26C1-FD387DEE2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4551" y="4222476"/>
            <a:ext cx="419100" cy="4191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B4EA5473-5EFE-DA97-1903-BD29A14A3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7442" y="4222476"/>
            <a:ext cx="419100" cy="419100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9A86272C-C88E-0FED-9134-B62F9DB0CD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578907" y="4222476"/>
            <a:ext cx="419101" cy="419101"/>
          </a:xfrm>
          <a:prstGeom prst="rect">
            <a:avLst/>
          </a:prstGeom>
        </p:spPr>
      </p:pic>
      <p:sp>
        <p:nvSpPr>
          <p:cNvPr id="16" name="Sottotitolo 2">
            <a:extLst>
              <a:ext uri="{FF2B5EF4-FFF2-40B4-BE49-F238E27FC236}">
                <a16:creationId xmlns:a16="http://schemas.microsoft.com/office/drawing/2014/main" id="{9035A25A-5733-AC96-30F8-43B66BAD2E84}"/>
              </a:ext>
            </a:extLst>
          </p:cNvPr>
          <p:cNvSpPr txBox="1">
            <a:spLocks/>
          </p:cNvSpPr>
          <p:nvPr/>
        </p:nvSpPr>
        <p:spPr>
          <a:xfrm>
            <a:off x="8520760" y="4303612"/>
            <a:ext cx="2293118" cy="2721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/>
              <a:t>INFO@DEDALUS-HORIZON.EU</a:t>
            </a:r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6AEF0998-3492-A257-E5F5-D8ADF4A027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1660" y="4219672"/>
            <a:ext cx="419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5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887073-363B-BFA6-6C4C-3DC96A355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WP4 – Tasks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F86F6-930D-39B6-01B5-8A77A0DC0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EE281A-F944-2A4E-ADD4-0BA89AF575CE}" type="slidenum">
              <a:rPr lang="it-IT" smtClean="0"/>
              <a:pPr/>
              <a:t>26</a:t>
            </a:fld>
            <a:endParaRPr lang="it-IT"/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ACA0F488-7BC9-8E99-CBCB-A9D8BFC36047}"/>
              </a:ext>
            </a:extLst>
          </p:cNvPr>
          <p:cNvGraphicFramePr>
            <a:graphicFrameLocks noGrp="1"/>
          </p:cNvGraphicFramePr>
          <p:nvPr/>
        </p:nvGraphicFramePr>
        <p:xfrm>
          <a:off x="607413" y="1757166"/>
          <a:ext cx="10971320" cy="34899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21365">
                  <a:extLst>
                    <a:ext uri="{9D8B030D-6E8A-4147-A177-3AD203B41FA5}">
                      <a16:colId xmlns:a16="http://schemas.microsoft.com/office/drawing/2014/main" val="1807475188"/>
                    </a:ext>
                  </a:extLst>
                </a:gridCol>
                <a:gridCol w="7228476">
                  <a:extLst>
                    <a:ext uri="{9D8B030D-6E8A-4147-A177-3AD203B41FA5}">
                      <a16:colId xmlns:a16="http://schemas.microsoft.com/office/drawing/2014/main" val="2751011397"/>
                    </a:ext>
                  </a:extLst>
                </a:gridCol>
                <a:gridCol w="1526976">
                  <a:extLst>
                    <a:ext uri="{9D8B030D-6E8A-4147-A177-3AD203B41FA5}">
                      <a16:colId xmlns:a16="http://schemas.microsoft.com/office/drawing/2014/main" val="151274921"/>
                    </a:ext>
                  </a:extLst>
                </a:gridCol>
                <a:gridCol w="1394503">
                  <a:extLst>
                    <a:ext uri="{9D8B030D-6E8A-4147-A177-3AD203B41FA5}">
                      <a16:colId xmlns:a16="http://schemas.microsoft.com/office/drawing/2014/main" val="1002688326"/>
                    </a:ext>
                  </a:extLst>
                </a:gridCol>
              </a:tblGrid>
              <a:tr h="162582">
                <a:tc>
                  <a:txBody>
                    <a:bodyPr/>
                    <a:lstStyle/>
                    <a:p>
                      <a:pPr algn="ctr"/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err="1"/>
                        <a:t>Main</a:t>
                      </a:r>
                      <a:r>
                        <a:rPr lang="es-ES" sz="1400"/>
                        <a:t> </a:t>
                      </a:r>
                      <a:r>
                        <a:rPr lang="es-ES" sz="1400" err="1"/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err="1"/>
                        <a:t>Deputy</a:t>
                      </a:r>
                      <a:r>
                        <a:rPr lang="es-ES" sz="1400"/>
                        <a:t> </a:t>
                      </a:r>
                      <a:r>
                        <a:rPr lang="es-ES" sz="1400" err="1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45030"/>
                  </a:ext>
                </a:extLst>
              </a:tr>
              <a:tr h="317036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GB" sz="1400" b="0"/>
                        <a:t>Task 4.1</a:t>
                      </a:r>
                      <a:endParaRPr lang="es-ES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0"/>
                        <a:t>Digital Twins for </a:t>
                      </a:r>
                      <a:r>
                        <a:rPr lang="en-GB" sz="1400" b="1" i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</a:t>
                      </a:r>
                      <a:r>
                        <a:rPr lang="en-GB" sz="1400" b="0"/>
                        <a:t> assets vs consumers flexibility planning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0"/>
                        <a:t>[M5-M29] </a:t>
                      </a:r>
                      <a:r>
                        <a:rPr lang="es-ES" sz="1400" b="1"/>
                        <a:t>ENG</a:t>
                      </a:r>
                      <a:r>
                        <a:rPr lang="es-ES" sz="1400"/>
                        <a:t>, HERON, CENTRICA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400">
                          <a:solidFill>
                            <a:srgbClr val="00B050"/>
                          </a:solidFill>
                          <a:latin typeface="+mn-lt"/>
                        </a:rPr>
                        <a:t>Lorenzo Cristofori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400">
                          <a:solidFill>
                            <a:srgbClr val="00B050"/>
                          </a:solidFill>
                          <a:latin typeface="+mn-lt"/>
                        </a:rPr>
                        <a:t>Alessandro Rossi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89042"/>
                  </a:ext>
                </a:extLst>
              </a:tr>
              <a:tr h="317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/>
                        <a:t>Task 4.2</a:t>
                      </a:r>
                      <a:endParaRPr lang="es-ES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1" i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</a:t>
                      </a:r>
                      <a:r>
                        <a:rPr lang="en-GB" sz="1400" b="0"/>
                        <a:t> trade-off among comfort, energy and building performance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0"/>
                        <a:t>[M5-M29] </a:t>
                      </a:r>
                      <a:r>
                        <a:rPr lang="es-ES" sz="1400"/>
                        <a:t>ENG, CARTIF, ENG, </a:t>
                      </a:r>
                      <a:r>
                        <a:rPr lang="es-ES" sz="1400" b="1"/>
                        <a:t>UNIVPM</a:t>
                      </a:r>
                      <a:r>
                        <a:rPr lang="es-ES" sz="1400"/>
                        <a:t>, ISRAA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s-ES" sz="1400">
                          <a:latin typeface="+mn-lt"/>
                        </a:rPr>
                        <a:t>Sara </a:t>
                      </a:r>
                      <a:r>
                        <a:rPr lang="es-ES" sz="1400" err="1">
                          <a:latin typeface="+mn-lt"/>
                        </a:rPr>
                        <a:t>Casaccia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it-IT" sz="1400">
                          <a:latin typeface="+mn-lt"/>
                        </a:rPr>
                        <a:t>Richard </a:t>
                      </a:r>
                      <a:r>
                        <a:rPr lang="it-IT" sz="1400" err="1">
                          <a:latin typeface="+mn-lt"/>
                        </a:rPr>
                        <a:t>Kaculi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768261"/>
                  </a:ext>
                </a:extLst>
              </a:tr>
              <a:tr h="430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/>
                        <a:t>Task 4.3</a:t>
                      </a:r>
                      <a:endParaRPr lang="es-ES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1" i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</a:t>
                      </a:r>
                      <a:r>
                        <a:rPr lang="en-GB" sz="1400" b="0"/>
                        <a:t> DR management strategies (implicit and explicit) adaptable to different segments of residential energy consumers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0"/>
                        <a:t>[M5-M29]</a:t>
                      </a:r>
                      <a:r>
                        <a:rPr lang="es-ES" sz="1400" b="0"/>
                        <a:t> </a:t>
                      </a:r>
                      <a:r>
                        <a:rPr lang="es-ES" sz="1400"/>
                        <a:t>E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NG, NTUA, </a:t>
                      </a:r>
                      <a:r>
                        <a:rPr lang="en-GB" sz="1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OurPower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BLUEPRINT, HERON, DOM-X, CENTRIC</a:t>
                      </a:r>
                      <a:r>
                        <a:rPr lang="es-ES" sz="14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>
                          <a:latin typeface="+mn-lt"/>
                        </a:rPr>
                        <a:t>Giannis </a:t>
                      </a:r>
                      <a:r>
                        <a:rPr lang="en-GB" sz="1400" err="1">
                          <a:latin typeface="+mn-lt"/>
                        </a:rPr>
                        <a:t>Kazdaridis</a:t>
                      </a:r>
                      <a:endParaRPr lang="en-GB" sz="14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>
                          <a:latin typeface="+mn-lt"/>
                        </a:rPr>
                        <a:t>Stratos </a:t>
                      </a:r>
                      <a:r>
                        <a:rPr lang="en-GB" sz="1400" err="1">
                          <a:latin typeface="+mn-lt"/>
                        </a:rPr>
                        <a:t>Keranidis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680568"/>
                  </a:ext>
                </a:extLst>
              </a:tr>
              <a:tr h="317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/>
                        <a:t>Task 4.4</a:t>
                      </a:r>
                      <a:endParaRPr lang="es-ES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0"/>
                        <a:t>Local flexibility management for energy communities and self-consumption/cost </a:t>
                      </a:r>
                      <a:r>
                        <a:rPr lang="en-GB" sz="1400" b="1" i="1" u="sng"/>
                        <a:t>optimisation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0"/>
                        <a:t>[M5-M29] </a:t>
                      </a:r>
                      <a:r>
                        <a:rPr lang="en-GB" sz="1400"/>
                        <a:t>ENG, CARTIF, COMS, </a:t>
                      </a:r>
                      <a:r>
                        <a:rPr lang="en-GB" sz="1400" b="1" err="1"/>
                        <a:t>OurPower</a:t>
                      </a:r>
                      <a:r>
                        <a:rPr lang="en-GB" sz="1400"/>
                        <a:t>, BLUEPRINT, CIMNE, ROMUR, TUC</a:t>
                      </a:r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600"/>
                        </a:spcAft>
                        <a:buNone/>
                      </a:pPr>
                      <a:r>
                        <a:rPr lang="es-ES" sz="1400" kern="1200" noProof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Andrija </a:t>
                      </a:r>
                      <a:r>
                        <a:rPr lang="es-ES" sz="1400" kern="1200" noProof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Goranović</a:t>
                      </a:r>
                      <a:endParaRPr lang="es-ES" sz="1400" kern="1200" err="1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600"/>
                        </a:spcAft>
                        <a:buNone/>
                      </a:pPr>
                      <a:r>
                        <a:rPr lang="es-ES" sz="1400" kern="1200" noProof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Natascha</a:t>
                      </a:r>
                      <a:r>
                        <a:rPr lang="es-ES" sz="1400" kern="1200" noProof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kern="1200" noProof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Fenz</a:t>
                      </a:r>
                      <a:endParaRPr lang="en-US" sz="1400" kern="1200" err="1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950046"/>
                  </a:ext>
                </a:extLst>
              </a:tr>
              <a:tr h="317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Task 4.5</a:t>
                      </a:r>
                      <a:endParaRPr lang="es-ES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1" i="1" u="sng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</a:t>
                      </a:r>
                      <a:r>
                        <a:rPr lang="en-GB" sz="1400" b="0"/>
                        <a:t> Aggregation of flexible energy resources for heat vs electrical flexibility valorisation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sz="1400" b="0"/>
                        <a:t>[M5-M29] </a:t>
                      </a:r>
                      <a:r>
                        <a:rPr lang="es-ES" sz="1400"/>
                        <a:t>ENG, </a:t>
                      </a:r>
                      <a:r>
                        <a:rPr lang="es-ES" sz="1400" b="1"/>
                        <a:t>NEOGRID</a:t>
                      </a:r>
                      <a:endParaRPr lang="en-GB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600"/>
                        </a:spcAft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Henrik Lund </a:t>
                      </a:r>
                      <a:r>
                        <a:rPr lang="en-GB" sz="1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Staermose</a:t>
                      </a:r>
                      <a:endParaRPr lang="en-GB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600"/>
                        </a:spcAft>
                      </a:pPr>
                      <a:r>
                        <a:rPr lang="nb-NO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Josefine </a:t>
                      </a:r>
                      <a:r>
                        <a:rPr lang="nb-NO" sz="1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Kejser</a:t>
                      </a:r>
                      <a:endParaRPr lang="en-GB" sz="1400" kern="1200" err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154544"/>
                  </a:ext>
                </a:extLst>
              </a:tr>
            </a:tbl>
          </a:graphicData>
        </a:graphic>
      </p:graphicFrame>
      <p:sp>
        <p:nvSpPr>
          <p:cNvPr id="2" name="Segnaposto testo 2">
            <a:extLst>
              <a:ext uri="{FF2B5EF4-FFF2-40B4-BE49-F238E27FC236}">
                <a16:creationId xmlns:a16="http://schemas.microsoft.com/office/drawing/2014/main" id="{12707B72-7290-57A8-32A8-7C6ACC2A6611}"/>
              </a:ext>
            </a:extLst>
          </p:cNvPr>
          <p:cNvSpPr txBox="1">
            <a:spLocks/>
          </p:cNvSpPr>
          <p:nvPr/>
        </p:nvSpPr>
        <p:spPr>
          <a:xfrm>
            <a:off x="603806" y="5561951"/>
            <a:ext cx="10974962" cy="5971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>
              <a:defRPr lang="it-IT"/>
            </a:defPPr>
            <a:lvl1pPr marL="609585" lvl="0" indent="-50798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2400" kern="1200">
                <a:solidFill>
                  <a:srgbClr val="2953F3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19170" lvl="1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507987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598" indent="0">
              <a:buNone/>
            </a:pPr>
            <a:r>
              <a:rPr lang="en-GB" sz="1400"/>
              <a:t>Involved partners: ​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1400"/>
              <a:t>Technology enablers main developers: ENG, HERON, CENTRICA, ​CARTIF, UNIVPM, </a:t>
            </a:r>
            <a:r>
              <a:rPr lang="en-GB" sz="1400" err="1"/>
              <a:t>OurPower</a:t>
            </a:r>
            <a:r>
              <a:rPr lang="en-GB" sz="1400"/>
              <a:t>, DOM-X, TUC, NEOGRID, NTUA, COMS, CIMNE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1400"/>
              <a:t>Supporting partners (mainly from the pilots): ISRAA, BLUEPRINT, ROMUR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ED21138-EC8A-82EA-1821-00DC225E5038}"/>
              </a:ext>
            </a:extLst>
          </p:cNvPr>
          <p:cNvSpPr txBox="1"/>
          <p:nvPr/>
        </p:nvSpPr>
        <p:spPr>
          <a:xfrm>
            <a:off x="6827445" y="6323207"/>
            <a:ext cx="4753302" cy="369332"/>
          </a:xfrm>
          <a:prstGeom prst="rect">
            <a:avLst/>
          </a:prstGeom>
          <a:solidFill>
            <a:srgbClr val="2953F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EF4779-CCAB-2071-3E05-F95CC9E43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445" y="6323207"/>
            <a:ext cx="40922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DEDALUS_Mailing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 Lists_TEAMS.xlsx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0C9D6E1F-8A9E-20DD-3B50-D2CAF594137F}"/>
              </a:ext>
            </a:extLst>
          </p:cNvPr>
          <p:cNvSpPr/>
          <p:nvPr/>
        </p:nvSpPr>
        <p:spPr>
          <a:xfrm>
            <a:off x="5602083" y="6265557"/>
            <a:ext cx="978408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check</a:t>
            </a:r>
          </a:p>
        </p:txBody>
      </p:sp>
    </p:spTree>
    <p:extLst>
      <p:ext uri="{BB962C8B-B14F-4D97-AF65-F5344CB8AC3E}">
        <p14:creationId xmlns:p14="http://schemas.microsoft.com/office/powerpoint/2010/main" val="1942889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5B179-2B92-47D3-BF00-2C2296039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sz="1800" b="1"/>
              <a:t>Deliverables</a:t>
            </a:r>
            <a:r>
              <a:rPr lang="en-US" sz="1800"/>
              <a:t>: DEDALUS Digital Twins and data-driven services for residential DR</a:t>
            </a:r>
          </a:p>
          <a:p>
            <a:pPr lvl="1"/>
            <a:r>
              <a:rPr lang="en-US" sz="1600" b="1"/>
              <a:t>D4.1</a:t>
            </a:r>
            <a:r>
              <a:rPr lang="en-US" sz="1600"/>
              <a:t> ENG, OTHER, M13 (“First wave” release)	</a:t>
            </a:r>
            <a:r>
              <a:rPr lang="en-US" sz="1600">
                <a:sym typeface="Wingdings" panose="05000000000000000000" pitchFamily="2" charset="2"/>
              </a:rPr>
              <a:t> due in</a:t>
            </a:r>
            <a:r>
              <a:rPr lang="en-US" sz="1600"/>
              <a:t> </a:t>
            </a:r>
            <a:r>
              <a:rPr lang="en-US" sz="1600" b="1"/>
              <a:t>May 2024	</a:t>
            </a:r>
            <a:r>
              <a:rPr lang="en-US" sz="1600" b="1">
                <a:sym typeface="Wingdings" panose="05000000000000000000" pitchFamily="2" charset="2"/>
              </a:rPr>
              <a:t> </a:t>
            </a:r>
            <a:r>
              <a:rPr lang="en-US" sz="1600"/>
              <a:t>submitted </a:t>
            </a:r>
            <a:r>
              <a:rPr lang="en-US" sz="1600" b="1"/>
              <a:t>10 Jul </a:t>
            </a:r>
            <a:r>
              <a:rPr lang="en-US" sz="1600" b="1">
                <a:highlight>
                  <a:srgbClr val="00FF00"/>
                </a:highlight>
              </a:rPr>
              <a:t>APPROVED (29 Aug)</a:t>
            </a:r>
          </a:p>
          <a:p>
            <a:pPr lvl="1"/>
            <a:r>
              <a:rPr lang="en-US" sz="1600" b="1"/>
              <a:t>D4.2</a:t>
            </a:r>
            <a:r>
              <a:rPr lang="en-US" sz="1600"/>
              <a:t> ENG, OTHER, M20 (“Second wave” release) 	</a:t>
            </a:r>
            <a:r>
              <a:rPr lang="en-US" sz="1600">
                <a:sym typeface="Wingdings" panose="05000000000000000000" pitchFamily="2" charset="2"/>
              </a:rPr>
              <a:t></a:t>
            </a:r>
            <a:r>
              <a:rPr lang="en-US" sz="1600"/>
              <a:t> due in </a:t>
            </a:r>
            <a:r>
              <a:rPr lang="en-US" sz="1600" b="1"/>
              <a:t>Dec 2024	</a:t>
            </a:r>
            <a:r>
              <a:rPr lang="en-US" sz="1600" b="1">
                <a:sym typeface="Wingdings" panose="05000000000000000000" pitchFamily="2" charset="2"/>
              </a:rPr>
              <a:t> </a:t>
            </a:r>
            <a:r>
              <a:rPr lang="en-US" sz="1600"/>
              <a:t>submitted </a:t>
            </a:r>
            <a:r>
              <a:rPr lang="en-US" sz="1600" b="1"/>
              <a:t>10 Mar</a:t>
            </a:r>
          </a:p>
          <a:p>
            <a:pPr lvl="1"/>
            <a:r>
              <a:rPr lang="en-US" sz="1600" b="1"/>
              <a:t>D4.3</a:t>
            </a:r>
            <a:r>
              <a:rPr lang="en-US" sz="1600"/>
              <a:t> ENG, OTHER, M29 (“Final wave” release) 	</a:t>
            </a:r>
            <a:r>
              <a:rPr lang="en-US" sz="1600">
                <a:sym typeface="Wingdings" panose="05000000000000000000" pitchFamily="2" charset="2"/>
              </a:rPr>
              <a:t></a:t>
            </a:r>
            <a:r>
              <a:rPr lang="en-US" sz="1600"/>
              <a:t> due in </a:t>
            </a:r>
            <a:r>
              <a:rPr lang="en-US" sz="1600" b="1"/>
              <a:t>Sep 2025	</a:t>
            </a:r>
            <a:r>
              <a:rPr lang="en-US" sz="1600" b="1">
                <a:sym typeface="Wingdings" panose="05000000000000000000" pitchFamily="2" charset="2"/>
              </a:rPr>
              <a:t> </a:t>
            </a:r>
            <a:r>
              <a:rPr lang="en-US" sz="1600" b="1" err="1">
                <a:sym typeface="Wingdings" panose="05000000000000000000" pitchFamily="2" charset="2"/>
              </a:rPr>
              <a:t>ToC</a:t>
            </a:r>
            <a:r>
              <a:rPr lang="en-US" sz="1600" b="1">
                <a:sym typeface="Wingdings" panose="05000000000000000000" pitchFamily="2" charset="2"/>
              </a:rPr>
              <a:t> </a:t>
            </a:r>
            <a:r>
              <a:rPr lang="en-US" sz="1600"/>
              <a:t>will be anticipated by 2 months</a:t>
            </a:r>
          </a:p>
          <a:p>
            <a:pPr marL="711183" lvl="1" indent="0">
              <a:buNone/>
            </a:pPr>
            <a:r>
              <a:rPr lang="en-US" sz="1600"/>
              <a:t> 								     to deal with summer break: </a:t>
            </a:r>
            <a:r>
              <a:rPr lang="en-US" sz="1600" b="1"/>
              <a:t>22 May</a:t>
            </a:r>
            <a:endParaRPr lang="en-US" sz="1600"/>
          </a:p>
          <a:p>
            <a:pPr lvl="1"/>
            <a:endParaRPr lang="en-US" sz="1600"/>
          </a:p>
          <a:p>
            <a:pPr lvl="1"/>
            <a:r>
              <a:rPr lang="en-US" sz="1600"/>
              <a:t>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1A886F-C86A-4294-E9AB-A659EA16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WP4 – Work plan and timeline</a:t>
            </a:r>
            <a:endParaRPr lang="en-US" sz="4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D8C46-6556-4D36-358B-5EDCC33D2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EE281A-F944-2A4E-ADD4-0BA89AF575CE}" type="slidenum">
              <a:rPr lang="it-IT" smtClean="0"/>
              <a:pPr/>
              <a:t>27</a:t>
            </a:fld>
            <a:endParaRPr lang="it-IT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08CA352-5B08-3CB8-D5AF-C072DD3E3EA2}"/>
              </a:ext>
            </a:extLst>
          </p:cNvPr>
          <p:cNvGrpSpPr/>
          <p:nvPr/>
        </p:nvGrpSpPr>
        <p:grpSpPr>
          <a:xfrm>
            <a:off x="609933" y="1753457"/>
            <a:ext cx="10972131" cy="1229230"/>
            <a:chOff x="1516225" y="1390903"/>
            <a:chExt cx="9648826" cy="939946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882A0552-239E-3CB8-ABCB-2C6A93E3A3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6788"/>
            <a:stretch/>
          </p:blipFill>
          <p:spPr>
            <a:xfrm>
              <a:off x="1516226" y="1390903"/>
              <a:ext cx="9648825" cy="96065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1144128B-7B06-2868-6D28-5525795C26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1785"/>
            <a:stretch/>
          </p:blipFill>
          <p:spPr>
            <a:xfrm>
              <a:off x="1516225" y="1486968"/>
              <a:ext cx="9648825" cy="843881"/>
            </a:xfrm>
            <a:prstGeom prst="rect">
              <a:avLst/>
            </a:prstGeom>
          </p:spPr>
        </p:pic>
      </p:grpSp>
      <p:sp>
        <p:nvSpPr>
          <p:cNvPr id="8" name="Freccia in giù 7">
            <a:extLst>
              <a:ext uri="{FF2B5EF4-FFF2-40B4-BE49-F238E27FC236}">
                <a16:creationId xmlns:a16="http://schemas.microsoft.com/office/drawing/2014/main" id="{23C45D84-7783-F193-708F-5E782B79D4F3}"/>
              </a:ext>
            </a:extLst>
          </p:cNvPr>
          <p:cNvSpPr/>
          <p:nvPr/>
        </p:nvSpPr>
        <p:spPr>
          <a:xfrm>
            <a:off x="9315230" y="1402356"/>
            <a:ext cx="247828" cy="3437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1AB1D49-605D-3A77-D2A4-576F2706F29A}"/>
              </a:ext>
            </a:extLst>
          </p:cNvPr>
          <p:cNvSpPr txBox="1"/>
          <p:nvPr/>
        </p:nvSpPr>
        <p:spPr>
          <a:xfrm>
            <a:off x="8834652" y="1033024"/>
            <a:ext cx="120898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lIns="91440" tIns="45720" rIns="91440" bIns="45720" rtlCol="0" anchor="t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April 2025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1F3BBF4-819D-D239-A8B1-4AEFE4B754CD}"/>
              </a:ext>
            </a:extLst>
          </p:cNvPr>
          <p:cNvSpPr txBox="1">
            <a:spLocks/>
          </p:cNvSpPr>
          <p:nvPr/>
        </p:nvSpPr>
        <p:spPr>
          <a:xfrm>
            <a:off x="609932" y="4718060"/>
            <a:ext cx="10972129" cy="977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s-ES" sz="1600" b="1">
                <a:solidFill>
                  <a:srgbClr val="56C364"/>
                </a:solidFill>
              </a:rPr>
              <a:t>MS4    </a:t>
            </a:r>
            <a:r>
              <a:rPr lang="en-US" sz="1600">
                <a:solidFill>
                  <a:schemeClr val="tx1"/>
                </a:solidFill>
              </a:rPr>
              <a:t>1st technology development cycle completion</a:t>
            </a:r>
            <a:r>
              <a:rPr lang="es-ES" sz="1600">
                <a:solidFill>
                  <a:schemeClr val="tx1"/>
                </a:solidFill>
              </a:rPr>
              <a:t> (ENG, M13) -&gt; </a:t>
            </a:r>
            <a:r>
              <a:rPr lang="es-ES" sz="1600" b="1">
                <a:solidFill>
                  <a:schemeClr val="tx1"/>
                </a:solidFill>
              </a:rPr>
              <a:t>ACHIEVED</a:t>
            </a:r>
          </a:p>
          <a:p>
            <a:pPr>
              <a:spcBef>
                <a:spcPts val="600"/>
              </a:spcBef>
            </a:pPr>
            <a:r>
              <a:rPr lang="es-ES" sz="1600" b="1">
                <a:solidFill>
                  <a:srgbClr val="56C364"/>
                </a:solidFill>
              </a:rPr>
              <a:t>MS7    </a:t>
            </a:r>
            <a:r>
              <a:rPr lang="en-US" sz="1600">
                <a:solidFill>
                  <a:schemeClr val="tx1"/>
                </a:solidFill>
              </a:rPr>
              <a:t>2nd technology development cycle completion </a:t>
            </a:r>
            <a:r>
              <a:rPr lang="es-ES" sz="1600">
                <a:solidFill>
                  <a:schemeClr val="tx1"/>
                </a:solidFill>
              </a:rPr>
              <a:t>(CARTIF, M20) -&gt; </a:t>
            </a:r>
            <a:r>
              <a:rPr lang="es-ES" sz="1600" b="1">
                <a:solidFill>
                  <a:schemeClr val="tx1"/>
                </a:solidFill>
                <a:highlight>
                  <a:srgbClr val="FFFF00"/>
                </a:highlight>
              </a:rPr>
              <a:t>ACHIEVED</a:t>
            </a:r>
            <a:endParaRPr lang="es-ES" sz="160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spcBef>
                <a:spcPts val="600"/>
              </a:spcBef>
            </a:pPr>
            <a:r>
              <a:rPr lang="es-ES" sz="1600" b="1">
                <a:solidFill>
                  <a:srgbClr val="56C364"/>
                </a:solidFill>
              </a:rPr>
              <a:t>MS10  </a:t>
            </a:r>
            <a:r>
              <a:rPr lang="en-US" sz="1600">
                <a:solidFill>
                  <a:schemeClr val="tx1"/>
                </a:solidFill>
              </a:rPr>
              <a:t>Final technology development cycle completion </a:t>
            </a:r>
            <a:r>
              <a:rPr lang="es-ES" sz="1600">
                <a:solidFill>
                  <a:schemeClr val="tx1"/>
                </a:solidFill>
              </a:rPr>
              <a:t>(ENG, M29) -&gt; </a:t>
            </a:r>
            <a:r>
              <a:rPr lang="es-ES" sz="1600" b="1">
                <a:solidFill>
                  <a:schemeClr val="tx1"/>
                </a:solidFill>
              </a:rPr>
              <a:t>ONGOING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D611D1-7A98-6CF9-A743-9877ECE60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234" y="6207918"/>
            <a:ext cx="4756547" cy="603648"/>
          </a:xfrm>
          <a:prstGeom prst="rect">
            <a:avLst/>
          </a:prstGeom>
        </p:spPr>
      </p:pic>
      <p:sp>
        <p:nvSpPr>
          <p:cNvPr id="15" name="Freccia a destra 7">
            <a:extLst>
              <a:ext uri="{FF2B5EF4-FFF2-40B4-BE49-F238E27FC236}">
                <a16:creationId xmlns:a16="http://schemas.microsoft.com/office/drawing/2014/main" id="{D0AFADB6-2C4B-46E8-3AFF-748EE61C52F9}"/>
              </a:ext>
            </a:extLst>
          </p:cNvPr>
          <p:cNvSpPr/>
          <p:nvPr/>
        </p:nvSpPr>
        <p:spPr>
          <a:xfrm>
            <a:off x="5602083" y="6265557"/>
            <a:ext cx="978408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D1.2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31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D844-BD00-1A50-753D-358E66CF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04144A8-3B04-59BD-E075-4954E7E4F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Data </a:t>
            </a:r>
            <a:r>
              <a:rPr lang="it-IT" err="1"/>
              <a:t>requirements</a:t>
            </a:r>
            <a:r>
              <a:rPr lang="it-IT"/>
              <a:t> </a:t>
            </a:r>
          </a:p>
          <a:p>
            <a:pPr lvl="1"/>
            <a:r>
              <a:rPr lang="it-IT">
                <a:hlinkClick r:id="rId2"/>
              </a:rPr>
              <a:t>WP4 folder</a:t>
            </a:r>
            <a:endParaRPr lang="it-IT"/>
          </a:p>
          <a:p>
            <a:endParaRPr lang="it-IT"/>
          </a:p>
          <a:p>
            <a:r>
              <a:rPr lang="it-IT"/>
              <a:t>Task-pilot </a:t>
            </a:r>
            <a:r>
              <a:rPr lang="it-IT" err="1"/>
              <a:t>involvement</a:t>
            </a:r>
            <a:endParaRPr lang="it-IT"/>
          </a:p>
          <a:p>
            <a:pPr lvl="1"/>
            <a:r>
              <a:rPr lang="it-IT" err="1">
                <a:hlinkClick r:id="rId3"/>
              </a:rPr>
              <a:t>Tables</a:t>
            </a:r>
            <a:endParaRPr lang="it-IT"/>
          </a:p>
          <a:p>
            <a:pPr lvl="1"/>
            <a:endParaRPr lang="it-IT"/>
          </a:p>
          <a:p>
            <a:r>
              <a:rPr lang="it-IT"/>
              <a:t>Service </a:t>
            </a:r>
            <a:r>
              <a:rPr lang="it-IT" err="1"/>
              <a:t>development</a:t>
            </a:r>
            <a:r>
              <a:rPr lang="it-IT"/>
              <a:t> %</a:t>
            </a:r>
          </a:p>
          <a:p>
            <a:pPr lvl="1"/>
            <a:r>
              <a:rPr lang="it-IT" err="1">
                <a:hlinkClick r:id="rId4"/>
              </a:rPr>
              <a:t>Sheets</a:t>
            </a:r>
            <a:r>
              <a:rPr lang="it-IT"/>
              <a:t> </a:t>
            </a:r>
            <a:r>
              <a:rPr lang="it-IT" sz="1800"/>
              <a:t>(one per pilot)</a:t>
            </a:r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293F8EE0-D11E-2480-3C2A-CC28B2A8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Activity monitoring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65E8AA-4908-194E-A3F9-DD7D10B14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EE281A-F944-2A4E-ADD4-0BA89AF575CE}" type="slidenum">
              <a:rPr lang="it-IT" smtClean="0"/>
              <a:pPr/>
              <a:t>28</a:t>
            </a:fld>
            <a:endParaRPr lang="it-IT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25003C8-7388-59B0-164E-DD4CD2710C2A}"/>
              </a:ext>
            </a:extLst>
          </p:cNvPr>
          <p:cNvSpPr txBox="1"/>
          <p:nvPr/>
        </p:nvSpPr>
        <p:spPr>
          <a:xfrm>
            <a:off x="6827445" y="6323207"/>
            <a:ext cx="4753302" cy="369332"/>
          </a:xfrm>
          <a:prstGeom prst="rect">
            <a:avLst/>
          </a:prstGeom>
          <a:solidFill>
            <a:srgbClr val="2953F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89C1FE5-7490-C3F1-CA6C-E2F4BA23A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446" y="6323207"/>
            <a:ext cx="48170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  <a:hlinkClick r:id="rId5"/>
              </a:rPr>
              <a:t>DEDALUS - Services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  <a:hlinkClick r:id="rId5"/>
              </a:rPr>
              <a:t>developed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  <a:hlinkClick r:id="rId5"/>
              </a:rPr>
              <a:t> per pilot.xlsx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2E2185ED-31BF-C4B3-4687-C4B072E94C50}"/>
              </a:ext>
            </a:extLst>
          </p:cNvPr>
          <p:cNvSpPr/>
          <p:nvPr/>
        </p:nvSpPr>
        <p:spPr>
          <a:xfrm>
            <a:off x="5602083" y="6265557"/>
            <a:ext cx="978408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8CAE96C-BB24-A670-BA52-7F7E27DBD5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709" y="1753456"/>
            <a:ext cx="7128933" cy="2921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8122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Dedalus">
      <a:dk1>
        <a:srgbClr val="0048E5"/>
      </a:dk1>
      <a:lt1>
        <a:srgbClr val="FFFFFF"/>
      </a:lt1>
      <a:dk2>
        <a:srgbClr val="FFBD00"/>
      </a:dk2>
      <a:lt2>
        <a:srgbClr val="0048E5"/>
      </a:lt2>
      <a:accent1>
        <a:srgbClr val="0048E5"/>
      </a:accent1>
      <a:accent2>
        <a:srgbClr val="FFBD00"/>
      </a:accent2>
      <a:accent3>
        <a:srgbClr val="3336FF"/>
      </a:accent3>
      <a:accent4>
        <a:srgbClr val="040423"/>
      </a:accent4>
      <a:accent5>
        <a:srgbClr val="CCCCCC"/>
      </a:accent5>
      <a:accent6>
        <a:srgbClr val="FFFFFF"/>
      </a:accent6>
      <a:hlink>
        <a:srgbClr val="FFBE00"/>
      </a:hlink>
      <a:folHlink>
        <a:srgbClr val="FFBE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2E650B69203545B2705884D84BF53D" ma:contentTypeVersion="15" ma:contentTypeDescription="Creare un nuovo documento." ma:contentTypeScope="" ma:versionID="64d28ae8df4fd65fb4b4473446e217c8">
  <xsd:schema xmlns:xsd="http://www.w3.org/2001/XMLSchema" xmlns:xs="http://www.w3.org/2001/XMLSchema" xmlns:p="http://schemas.microsoft.com/office/2006/metadata/properties" xmlns:ns2="649784ff-783e-4bf7-af4e-c489c558176d" xmlns:ns3="e59c3a80-8105-47bf-b50d-587ad6e97158" targetNamespace="http://schemas.microsoft.com/office/2006/metadata/properties" ma:root="true" ma:fieldsID="f06c693ba77f3b9c21bde5d9b2c988fa" ns2:_="" ns3:_="">
    <xsd:import namespace="649784ff-783e-4bf7-af4e-c489c558176d"/>
    <xsd:import namespace="e59c3a80-8105-47bf-b50d-587ad6e971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784ff-783e-4bf7-af4e-c489c55817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722dba8-3084-4906-8dc6-75cf808513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9c3a80-8105-47bf-b50d-587ad6e9715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465551-b768-49ec-a5c3-fefc3c76fabb}" ma:internalName="TaxCatchAll" ma:showField="CatchAllData" ma:web="e59c3a80-8105-47bf-b50d-587ad6e971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59c3a80-8105-47bf-b50d-587ad6e97158" xsi:nil="true"/>
    <lcf76f155ced4ddcb4097134ff3c332f xmlns="649784ff-783e-4bf7-af4e-c489c558176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F415BA-EABF-4230-8E2B-B10FC5FE02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811463-2BED-487B-B622-0CC08F6E8778}">
  <ds:schemaRefs>
    <ds:schemaRef ds:uri="649784ff-783e-4bf7-af4e-c489c558176d"/>
    <ds:schemaRef ds:uri="e59c3a80-8105-47bf-b50d-587ad6e97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B4672B-8A3C-49BB-882B-42D0BBD8F050}">
  <ds:schemaRefs>
    <ds:schemaRef ds:uri="649784ff-783e-4bf7-af4e-c489c558176d"/>
    <ds:schemaRef ds:uri="e59c3a80-8105-47bf-b50d-587ad6e971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b7d6ef24-f30d-43cd-a3ef-030e147f208d}" enabled="1" method="Standard" siteId="{d9eeadad-8248-49b0-95aa-189669fd3144}" removed="0"/>
  <clbl:label id="{f2d7d6c5-1bee-41ff-9e79-b372a5cce71d}" enabled="0" method="" siteId="{f2d7d6c5-1bee-41ff-9e79-b372a5cce71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BASIC</Template>
  <Application>Microsoft Office PowerPoint</Application>
  <PresentationFormat>Widescreen</PresentationFormat>
  <Slides>28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Tema di Office</vt:lpstr>
      <vt:lpstr>WP4: Value added energy and non-energy data-driven services for DR in energy-efficient residential buildings - Handover</vt:lpstr>
      <vt:lpstr>Agenda</vt:lpstr>
      <vt:lpstr>Updates from last meeting</vt:lpstr>
      <vt:lpstr>New «Summary» in the service file</vt:lpstr>
      <vt:lpstr>PowerPoint Presentation</vt:lpstr>
      <vt:lpstr>Next steps and actions</vt:lpstr>
      <vt:lpstr>TASK 4.1</vt:lpstr>
      <vt:lpstr>Task 4.1 - Activities – DK, GR, IT Pilots</vt:lpstr>
      <vt:lpstr>Task 4.1 - Activities – RO Pilot</vt:lpstr>
      <vt:lpstr>Task 4.2</vt:lpstr>
      <vt:lpstr>Task 4.2 - Activities</vt:lpstr>
      <vt:lpstr>Task 4.3</vt:lpstr>
      <vt:lpstr>Task 4.3 - Activities – Service A (DR in gas pilot)</vt:lpstr>
      <vt:lpstr>Task 4.3 - Activities – Service B</vt:lpstr>
      <vt:lpstr>Task 4.3 - Activities – Service C</vt:lpstr>
      <vt:lpstr>Task 4.3 - Activities – Service D</vt:lpstr>
      <vt:lpstr>Task 4.3 - Activities – Service E</vt:lpstr>
      <vt:lpstr>Task 4.3 - Activities – Service F</vt:lpstr>
      <vt:lpstr>Task 4.3 - Activities – Service G</vt:lpstr>
      <vt:lpstr>Task 4.3 - Activities – Service H</vt:lpstr>
      <vt:lpstr>Task 4.4</vt:lpstr>
      <vt:lpstr>Task 4.4</vt:lpstr>
      <vt:lpstr>Task 4.5</vt:lpstr>
      <vt:lpstr>Task 4.5</vt:lpstr>
      <vt:lpstr>Thank you!</vt:lpstr>
      <vt:lpstr>WP4 – Tasks</vt:lpstr>
      <vt:lpstr>WP4 – Work plan and timeline</vt:lpstr>
      <vt:lpstr>Activity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Lorenzo Cannella</dc:creator>
  <cp:revision>1</cp:revision>
  <dcterms:created xsi:type="dcterms:W3CDTF">2023-08-02T12:35:42Z</dcterms:created>
  <dcterms:modified xsi:type="dcterms:W3CDTF">2025-05-12T09:17:07Z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0x010100592E650B69203545B2705884D84BF53D</vt:lpwstr>
  </property>
  <property fmtid="{D5CDD505-2E9C-101B-9397-08002B2CF9AE}" pid="3" name="MediaServiceImageTags">
    <vt:lpwstr/>
  </property>
</Properties>
</file>
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92" r:id="rId5"/>
    <p:sldId id="293" r:id="rId6"/>
    <p:sldId id="257" r:id="rId7"/>
    <p:sldId id="258" r:id="rId8"/>
    <p:sldId id="259" r:id="rId9"/>
    <p:sldId id="260" r:id="rId10"/>
    <p:sldId id="261" r:id="rId11"/>
    <p:sldId id="262" r:id="rId12"/>
    <p:sldId id="291" r:id="rId13"/>
    <p:sldId id="290" r:id="rId14"/>
    <p:sldId id="268" r:id="rId15"/>
    <p:sldId id="267" r:id="rId16"/>
    <p:sldId id="269" r:id="rId17"/>
    <p:sldId id="270" r:id="rId18"/>
    <p:sldId id="288" r:id="rId19"/>
    <p:sldId id="289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BE00"/>
    <a:srgbClr val="2953F3"/>
    <a:srgbClr val="613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7D33AC-2089-A98C-71AC-3812F9758B52}" v="2" dt="2024-12-17T14:47:14.3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Stile con tema 1 - Color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Stile medio 1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Stile medio 1 - Color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241"/>
    <p:restoredTop sz="96208"/>
  </p:normalViewPr>
  <p:slideViewPr>
    <p:cSldViewPr snapToGrid="0">
      <p:cViewPr varScale="1">
        <p:scale>
          <a:sx n="116" d="100"/>
          <a:sy n="116" d="100"/>
        </p:scale>
        <p:origin x="21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Foglio1!$B$2:$B$5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Foglio1!$A$2:$A$5</c15:sqref>
                        </c15:formulaRef>
                      </c:ext>
                    </c:extLst>
                    <c:strCache>
                      <c:ptCount val="4"/>
                      <c:pt idx="0">
                        <c:v>Categoria 1</c:v>
                      </c:pt>
                      <c:pt idx="1">
                        <c:v>Categoria 2</c:v>
                      </c:pt>
                      <c:pt idx="2">
                        <c:v>Categoria 3</c:v>
                      </c:pt>
                      <c:pt idx="3">
                        <c:v>Categoria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270F-B84E-A136-5E102F329C1F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Foglio1!$C$2:$C$5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Foglio1!$A$2:$A$5</c15:sqref>
                        </c15:formulaRef>
                      </c:ext>
                    </c:extLst>
                    <c:strCache>
                      <c:ptCount val="4"/>
                      <c:pt idx="0">
                        <c:v>Categoria 1</c:v>
                      </c:pt>
                      <c:pt idx="1">
                        <c:v>Categoria 2</c:v>
                      </c:pt>
                      <c:pt idx="2">
                        <c:v>Categoria 3</c:v>
                      </c:pt>
                      <c:pt idx="3">
                        <c:v>Categoria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270F-B84E-A136-5E102F329C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61281951"/>
        <c:axId val="1361827935"/>
      </c:barChart>
      <c:catAx>
        <c:axId val="13612819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1827935"/>
        <c:crosses val="autoZero"/>
        <c:auto val="1"/>
        <c:lblAlgn val="ctr"/>
        <c:lblOffset val="100"/>
        <c:noMultiLvlLbl val="0"/>
      </c:catAx>
      <c:valAx>
        <c:axId val="13618279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1281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10F3DF-AB10-1A44-AB10-455FBDDE59D7}" type="doc">
      <dgm:prSet loTypeId="urn:microsoft.com/office/officeart/2005/8/layout/venn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80E17D6B-1731-F64D-960D-C6ED208A1429}">
      <dgm:prSet phldrT="[Testo]" custT="1"/>
      <dgm:spPr>
        <a:solidFill>
          <a:srgbClr val="FFBE00">
            <a:alpha val="50000"/>
          </a:srgbClr>
        </a:solidFill>
      </dgm:spPr>
      <dgm:t>
        <a:bodyPr/>
        <a:lstStyle/>
        <a:p>
          <a:r>
            <a:rPr lang="it-IT" sz="1800" dirty="0" err="1"/>
            <a:t>Lorem</a:t>
          </a:r>
          <a:r>
            <a:rPr lang="it-IT" sz="1800" dirty="0"/>
            <a:t> </a:t>
          </a:r>
          <a:r>
            <a:rPr lang="it-IT" sz="1800" dirty="0" err="1"/>
            <a:t>ipsum</a:t>
          </a:r>
          <a:r>
            <a:rPr lang="it-IT" sz="1800" dirty="0"/>
            <a:t> </a:t>
          </a:r>
          <a:r>
            <a:rPr lang="it-IT" sz="1800" dirty="0" err="1"/>
            <a:t>dolor</a:t>
          </a:r>
          <a:endParaRPr lang="it-IT" sz="1800" dirty="0"/>
        </a:p>
      </dgm:t>
    </dgm:pt>
    <dgm:pt modelId="{DC27317C-0F2D-DF41-8195-74AFB20B1B54}" type="parTrans" cxnId="{04DAD0D1-A19E-4C4D-B060-500A02202F0B}">
      <dgm:prSet/>
      <dgm:spPr/>
      <dgm:t>
        <a:bodyPr/>
        <a:lstStyle/>
        <a:p>
          <a:endParaRPr lang="it-IT" sz="1800"/>
        </a:p>
      </dgm:t>
    </dgm:pt>
    <dgm:pt modelId="{3A8C56FE-A3CF-F745-8A42-0B1C3C8BA629}" type="sibTrans" cxnId="{04DAD0D1-A19E-4C4D-B060-500A02202F0B}">
      <dgm:prSet/>
      <dgm:spPr/>
      <dgm:t>
        <a:bodyPr/>
        <a:lstStyle/>
        <a:p>
          <a:endParaRPr lang="it-IT" sz="1800"/>
        </a:p>
      </dgm:t>
    </dgm:pt>
    <dgm:pt modelId="{4E6BC182-8844-F641-B7E6-0216D537999A}">
      <dgm:prSet phldrT="[Testo]" custT="1"/>
      <dgm:spPr>
        <a:solidFill>
          <a:srgbClr val="FFBE00">
            <a:alpha val="50000"/>
          </a:srgbClr>
        </a:solidFill>
      </dgm:spPr>
      <dgm:t>
        <a:bodyPr/>
        <a:lstStyle/>
        <a:p>
          <a:r>
            <a:rPr lang="it-IT" sz="1800" dirty="0" err="1"/>
            <a:t>Lorem</a:t>
          </a:r>
          <a:r>
            <a:rPr lang="it-IT" sz="1800" dirty="0"/>
            <a:t> </a:t>
          </a:r>
          <a:r>
            <a:rPr lang="it-IT" sz="1800" dirty="0" err="1"/>
            <a:t>ipsum</a:t>
          </a:r>
          <a:r>
            <a:rPr lang="it-IT" sz="1800" dirty="0"/>
            <a:t> </a:t>
          </a:r>
          <a:r>
            <a:rPr lang="it-IT" sz="1800" dirty="0" err="1"/>
            <a:t>dolor</a:t>
          </a:r>
          <a:endParaRPr lang="it-IT" sz="1800" dirty="0"/>
        </a:p>
      </dgm:t>
    </dgm:pt>
    <dgm:pt modelId="{23C1233B-D538-FE43-A27D-DB0FB7DDDC13}" type="parTrans" cxnId="{77AAFF00-F296-3041-9FE1-31CE8BC9FFF0}">
      <dgm:prSet/>
      <dgm:spPr/>
      <dgm:t>
        <a:bodyPr/>
        <a:lstStyle/>
        <a:p>
          <a:endParaRPr lang="it-IT" sz="1800"/>
        </a:p>
      </dgm:t>
    </dgm:pt>
    <dgm:pt modelId="{264FD607-46C6-9049-876B-67034038771D}" type="sibTrans" cxnId="{77AAFF00-F296-3041-9FE1-31CE8BC9FFF0}">
      <dgm:prSet/>
      <dgm:spPr/>
      <dgm:t>
        <a:bodyPr/>
        <a:lstStyle/>
        <a:p>
          <a:endParaRPr lang="it-IT" sz="1800"/>
        </a:p>
      </dgm:t>
    </dgm:pt>
    <dgm:pt modelId="{65E0A821-55AF-C941-94C0-40FB830E6162}">
      <dgm:prSet phldrT="[Testo]" custT="1"/>
      <dgm:spPr>
        <a:solidFill>
          <a:srgbClr val="FFBE00">
            <a:alpha val="50000"/>
          </a:srgbClr>
        </a:solidFill>
      </dgm:spPr>
      <dgm:t>
        <a:bodyPr/>
        <a:lstStyle/>
        <a:p>
          <a:r>
            <a:rPr lang="it-IT" sz="1800" dirty="0" err="1"/>
            <a:t>Lorem</a:t>
          </a:r>
          <a:r>
            <a:rPr lang="it-IT" sz="1800" dirty="0"/>
            <a:t> </a:t>
          </a:r>
          <a:r>
            <a:rPr lang="it-IT" sz="1800" dirty="0" err="1"/>
            <a:t>ipsum</a:t>
          </a:r>
          <a:r>
            <a:rPr lang="it-IT" sz="1800" dirty="0"/>
            <a:t> </a:t>
          </a:r>
          <a:r>
            <a:rPr lang="it-IT" sz="1800" dirty="0" err="1"/>
            <a:t>dolor</a:t>
          </a:r>
          <a:endParaRPr lang="it-IT" sz="1800" dirty="0"/>
        </a:p>
      </dgm:t>
    </dgm:pt>
    <dgm:pt modelId="{F0A22E42-6844-A540-97B0-921BBE410EC0}" type="parTrans" cxnId="{106E105D-8F25-5D4C-8D95-6C730AD08ABE}">
      <dgm:prSet/>
      <dgm:spPr/>
      <dgm:t>
        <a:bodyPr/>
        <a:lstStyle/>
        <a:p>
          <a:endParaRPr lang="it-IT" sz="1800"/>
        </a:p>
      </dgm:t>
    </dgm:pt>
    <dgm:pt modelId="{6D893084-5E2F-9949-818C-2BA4A388B095}" type="sibTrans" cxnId="{106E105D-8F25-5D4C-8D95-6C730AD08ABE}">
      <dgm:prSet/>
      <dgm:spPr/>
      <dgm:t>
        <a:bodyPr/>
        <a:lstStyle/>
        <a:p>
          <a:endParaRPr lang="it-IT" sz="1800"/>
        </a:p>
      </dgm:t>
    </dgm:pt>
    <dgm:pt modelId="{7CC4C245-55E4-1B45-8ACD-C4E25B3763F4}">
      <dgm:prSet phldrT="[Testo]" custT="1"/>
      <dgm:spPr>
        <a:solidFill>
          <a:srgbClr val="FFBE00">
            <a:alpha val="50000"/>
          </a:srgbClr>
        </a:solidFill>
      </dgm:spPr>
      <dgm:t>
        <a:bodyPr/>
        <a:lstStyle/>
        <a:p>
          <a:r>
            <a:rPr lang="it-IT" sz="1800" dirty="0" err="1"/>
            <a:t>Lorem</a:t>
          </a:r>
          <a:r>
            <a:rPr lang="it-IT" sz="1800" dirty="0"/>
            <a:t> </a:t>
          </a:r>
          <a:r>
            <a:rPr lang="it-IT" sz="1800" dirty="0" err="1"/>
            <a:t>ipsum</a:t>
          </a:r>
          <a:r>
            <a:rPr lang="it-IT" sz="1800" dirty="0"/>
            <a:t> </a:t>
          </a:r>
          <a:r>
            <a:rPr lang="it-IT" sz="1800" dirty="0" err="1"/>
            <a:t>dolor</a:t>
          </a:r>
          <a:endParaRPr lang="it-IT" sz="1800" dirty="0"/>
        </a:p>
      </dgm:t>
    </dgm:pt>
    <dgm:pt modelId="{842433BE-6DE0-8F40-A19F-C0CB71D09B45}" type="parTrans" cxnId="{D5DAF2C9-317E-AE40-B485-D3D186ED043B}">
      <dgm:prSet/>
      <dgm:spPr/>
      <dgm:t>
        <a:bodyPr/>
        <a:lstStyle/>
        <a:p>
          <a:endParaRPr lang="it-IT" sz="1800"/>
        </a:p>
      </dgm:t>
    </dgm:pt>
    <dgm:pt modelId="{E3DD3F7A-7BE3-124F-98C1-F3AA3DBC8835}" type="sibTrans" cxnId="{D5DAF2C9-317E-AE40-B485-D3D186ED043B}">
      <dgm:prSet/>
      <dgm:spPr/>
      <dgm:t>
        <a:bodyPr/>
        <a:lstStyle/>
        <a:p>
          <a:endParaRPr lang="it-IT" sz="1800"/>
        </a:p>
      </dgm:t>
    </dgm:pt>
    <dgm:pt modelId="{8921BEC3-BEB2-344C-AB55-646174F9418E}" type="pres">
      <dgm:prSet presAssocID="{5A10F3DF-AB10-1A44-AB10-455FBDDE59D7}" presName="Name0" presStyleCnt="0">
        <dgm:presLayoutVars>
          <dgm:dir/>
          <dgm:resizeHandles val="exact"/>
        </dgm:presLayoutVars>
      </dgm:prSet>
      <dgm:spPr/>
    </dgm:pt>
    <dgm:pt modelId="{012C04F7-E74E-284F-9DB2-74862CCFD2A4}" type="pres">
      <dgm:prSet presAssocID="{80E17D6B-1731-F64D-960D-C6ED208A1429}" presName="Name5" presStyleLbl="vennNode1" presStyleIdx="0" presStyleCnt="4">
        <dgm:presLayoutVars>
          <dgm:bulletEnabled val="1"/>
        </dgm:presLayoutVars>
      </dgm:prSet>
      <dgm:spPr/>
    </dgm:pt>
    <dgm:pt modelId="{E0B71893-6360-904C-97E5-83E5D41DC152}" type="pres">
      <dgm:prSet presAssocID="{3A8C56FE-A3CF-F745-8A42-0B1C3C8BA629}" presName="space" presStyleCnt="0"/>
      <dgm:spPr/>
    </dgm:pt>
    <dgm:pt modelId="{EA72438D-B055-5A45-BE34-677238B2DC72}" type="pres">
      <dgm:prSet presAssocID="{4E6BC182-8844-F641-B7E6-0216D537999A}" presName="Name5" presStyleLbl="vennNode1" presStyleIdx="1" presStyleCnt="4">
        <dgm:presLayoutVars>
          <dgm:bulletEnabled val="1"/>
        </dgm:presLayoutVars>
      </dgm:prSet>
      <dgm:spPr/>
    </dgm:pt>
    <dgm:pt modelId="{22C42C8B-878D-5441-B5DD-F2F452C3A2F8}" type="pres">
      <dgm:prSet presAssocID="{264FD607-46C6-9049-876B-67034038771D}" presName="space" presStyleCnt="0"/>
      <dgm:spPr/>
    </dgm:pt>
    <dgm:pt modelId="{22A2F025-2356-B54C-8DA5-BFDB1C83BA93}" type="pres">
      <dgm:prSet presAssocID="{65E0A821-55AF-C941-94C0-40FB830E6162}" presName="Name5" presStyleLbl="vennNode1" presStyleIdx="2" presStyleCnt="4">
        <dgm:presLayoutVars>
          <dgm:bulletEnabled val="1"/>
        </dgm:presLayoutVars>
      </dgm:prSet>
      <dgm:spPr/>
    </dgm:pt>
    <dgm:pt modelId="{3E82FA0D-9774-6244-A05A-C8C63725B871}" type="pres">
      <dgm:prSet presAssocID="{6D893084-5E2F-9949-818C-2BA4A388B095}" presName="space" presStyleCnt="0"/>
      <dgm:spPr/>
    </dgm:pt>
    <dgm:pt modelId="{212144C5-6632-424D-8772-1EAE6F363363}" type="pres">
      <dgm:prSet presAssocID="{7CC4C245-55E4-1B45-8ACD-C4E25B3763F4}" presName="Name5" presStyleLbl="vennNode1" presStyleIdx="3" presStyleCnt="4">
        <dgm:presLayoutVars>
          <dgm:bulletEnabled val="1"/>
        </dgm:presLayoutVars>
      </dgm:prSet>
      <dgm:spPr/>
    </dgm:pt>
  </dgm:ptLst>
  <dgm:cxnLst>
    <dgm:cxn modelId="{77AAFF00-F296-3041-9FE1-31CE8BC9FFF0}" srcId="{5A10F3DF-AB10-1A44-AB10-455FBDDE59D7}" destId="{4E6BC182-8844-F641-B7E6-0216D537999A}" srcOrd="1" destOrd="0" parTransId="{23C1233B-D538-FE43-A27D-DB0FB7DDDC13}" sibTransId="{264FD607-46C6-9049-876B-67034038771D}"/>
    <dgm:cxn modelId="{4E70AE05-441A-D84F-B690-B861B548B477}" type="presOf" srcId="{7CC4C245-55E4-1B45-8ACD-C4E25B3763F4}" destId="{212144C5-6632-424D-8772-1EAE6F363363}" srcOrd="0" destOrd="0" presId="urn:microsoft.com/office/officeart/2005/8/layout/venn3"/>
    <dgm:cxn modelId="{E9E19C2C-EE6A-7B4E-88B6-0D7A69B5A9E4}" type="presOf" srcId="{80E17D6B-1731-F64D-960D-C6ED208A1429}" destId="{012C04F7-E74E-284F-9DB2-74862CCFD2A4}" srcOrd="0" destOrd="0" presId="urn:microsoft.com/office/officeart/2005/8/layout/venn3"/>
    <dgm:cxn modelId="{106E105D-8F25-5D4C-8D95-6C730AD08ABE}" srcId="{5A10F3DF-AB10-1A44-AB10-455FBDDE59D7}" destId="{65E0A821-55AF-C941-94C0-40FB830E6162}" srcOrd="2" destOrd="0" parTransId="{F0A22E42-6844-A540-97B0-921BBE410EC0}" sibTransId="{6D893084-5E2F-9949-818C-2BA4A388B095}"/>
    <dgm:cxn modelId="{16165A74-84A0-7F4D-BFD7-D8E02E3A18CC}" type="presOf" srcId="{4E6BC182-8844-F641-B7E6-0216D537999A}" destId="{EA72438D-B055-5A45-BE34-677238B2DC72}" srcOrd="0" destOrd="0" presId="urn:microsoft.com/office/officeart/2005/8/layout/venn3"/>
    <dgm:cxn modelId="{DD2FC3C8-96EC-044F-AD3E-BA6F9723B53C}" type="presOf" srcId="{5A10F3DF-AB10-1A44-AB10-455FBDDE59D7}" destId="{8921BEC3-BEB2-344C-AB55-646174F9418E}" srcOrd="0" destOrd="0" presId="urn:microsoft.com/office/officeart/2005/8/layout/venn3"/>
    <dgm:cxn modelId="{D5DAF2C9-317E-AE40-B485-D3D186ED043B}" srcId="{5A10F3DF-AB10-1A44-AB10-455FBDDE59D7}" destId="{7CC4C245-55E4-1B45-8ACD-C4E25B3763F4}" srcOrd="3" destOrd="0" parTransId="{842433BE-6DE0-8F40-A19F-C0CB71D09B45}" sibTransId="{E3DD3F7A-7BE3-124F-98C1-F3AA3DBC8835}"/>
    <dgm:cxn modelId="{04DAD0D1-A19E-4C4D-B060-500A02202F0B}" srcId="{5A10F3DF-AB10-1A44-AB10-455FBDDE59D7}" destId="{80E17D6B-1731-F64D-960D-C6ED208A1429}" srcOrd="0" destOrd="0" parTransId="{DC27317C-0F2D-DF41-8195-74AFB20B1B54}" sibTransId="{3A8C56FE-A3CF-F745-8A42-0B1C3C8BA629}"/>
    <dgm:cxn modelId="{4DABC7EA-730C-EA4D-A31A-A2D33DE5DD0C}" type="presOf" srcId="{65E0A821-55AF-C941-94C0-40FB830E6162}" destId="{22A2F025-2356-B54C-8DA5-BFDB1C83BA93}" srcOrd="0" destOrd="0" presId="urn:microsoft.com/office/officeart/2005/8/layout/venn3"/>
    <dgm:cxn modelId="{6312158A-CB35-2642-9037-0B607BA649CD}" type="presParOf" srcId="{8921BEC3-BEB2-344C-AB55-646174F9418E}" destId="{012C04F7-E74E-284F-9DB2-74862CCFD2A4}" srcOrd="0" destOrd="0" presId="urn:microsoft.com/office/officeart/2005/8/layout/venn3"/>
    <dgm:cxn modelId="{E3A1A208-F295-3449-9EA5-EEB13493E80C}" type="presParOf" srcId="{8921BEC3-BEB2-344C-AB55-646174F9418E}" destId="{E0B71893-6360-904C-97E5-83E5D41DC152}" srcOrd="1" destOrd="0" presId="urn:microsoft.com/office/officeart/2005/8/layout/venn3"/>
    <dgm:cxn modelId="{7F196E95-43F7-F94E-A13A-43CFBC4EBC06}" type="presParOf" srcId="{8921BEC3-BEB2-344C-AB55-646174F9418E}" destId="{EA72438D-B055-5A45-BE34-677238B2DC72}" srcOrd="2" destOrd="0" presId="urn:microsoft.com/office/officeart/2005/8/layout/venn3"/>
    <dgm:cxn modelId="{F62E46AA-10CE-1642-A113-E71FF49BA92A}" type="presParOf" srcId="{8921BEC3-BEB2-344C-AB55-646174F9418E}" destId="{22C42C8B-878D-5441-B5DD-F2F452C3A2F8}" srcOrd="3" destOrd="0" presId="urn:microsoft.com/office/officeart/2005/8/layout/venn3"/>
    <dgm:cxn modelId="{B39AFEA8-C60A-D541-A9A1-105620B6A92A}" type="presParOf" srcId="{8921BEC3-BEB2-344C-AB55-646174F9418E}" destId="{22A2F025-2356-B54C-8DA5-BFDB1C83BA93}" srcOrd="4" destOrd="0" presId="urn:microsoft.com/office/officeart/2005/8/layout/venn3"/>
    <dgm:cxn modelId="{0FEF95E3-8691-3D4D-A484-BBF73961F0AC}" type="presParOf" srcId="{8921BEC3-BEB2-344C-AB55-646174F9418E}" destId="{3E82FA0D-9774-6244-A05A-C8C63725B871}" srcOrd="5" destOrd="0" presId="urn:microsoft.com/office/officeart/2005/8/layout/venn3"/>
    <dgm:cxn modelId="{CBE78618-23B7-CD4A-B6BA-73EDE4133305}" type="presParOf" srcId="{8921BEC3-BEB2-344C-AB55-646174F9418E}" destId="{212144C5-6632-424D-8772-1EAE6F363363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2C04F7-E74E-284F-9DB2-74862CCFD2A4}">
      <dsp:nvSpPr>
        <dsp:cNvPr id="0" name=""/>
        <dsp:cNvSpPr/>
      </dsp:nvSpPr>
      <dsp:spPr>
        <a:xfrm>
          <a:off x="3214" y="574079"/>
          <a:ext cx="3225403" cy="3225403"/>
        </a:xfrm>
        <a:prstGeom prst="ellipse">
          <a:avLst/>
        </a:prstGeom>
        <a:solidFill>
          <a:srgbClr val="FFBE00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505" tIns="22860" rIns="177505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 err="1"/>
            <a:t>Lorem</a:t>
          </a:r>
          <a:r>
            <a:rPr lang="it-IT" sz="1800" kern="1200" dirty="0"/>
            <a:t> </a:t>
          </a:r>
          <a:r>
            <a:rPr lang="it-IT" sz="1800" kern="1200" dirty="0" err="1"/>
            <a:t>ipsum</a:t>
          </a:r>
          <a:r>
            <a:rPr lang="it-IT" sz="1800" kern="1200" dirty="0"/>
            <a:t> </a:t>
          </a:r>
          <a:r>
            <a:rPr lang="it-IT" sz="1800" kern="1200" dirty="0" err="1"/>
            <a:t>dolor</a:t>
          </a:r>
          <a:endParaRPr lang="it-IT" sz="1800" kern="1200" dirty="0"/>
        </a:p>
      </dsp:txBody>
      <dsp:txXfrm>
        <a:off x="475563" y="1046428"/>
        <a:ext cx="2280705" cy="2280705"/>
      </dsp:txXfrm>
    </dsp:sp>
    <dsp:sp modelId="{EA72438D-B055-5A45-BE34-677238B2DC72}">
      <dsp:nvSpPr>
        <dsp:cNvPr id="0" name=""/>
        <dsp:cNvSpPr/>
      </dsp:nvSpPr>
      <dsp:spPr>
        <a:xfrm>
          <a:off x="2583537" y="574079"/>
          <a:ext cx="3225403" cy="3225403"/>
        </a:xfrm>
        <a:prstGeom prst="ellipse">
          <a:avLst/>
        </a:prstGeom>
        <a:solidFill>
          <a:srgbClr val="FFBE00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505" tIns="22860" rIns="177505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 err="1"/>
            <a:t>Lorem</a:t>
          </a:r>
          <a:r>
            <a:rPr lang="it-IT" sz="1800" kern="1200" dirty="0"/>
            <a:t> </a:t>
          </a:r>
          <a:r>
            <a:rPr lang="it-IT" sz="1800" kern="1200" dirty="0" err="1"/>
            <a:t>ipsum</a:t>
          </a:r>
          <a:r>
            <a:rPr lang="it-IT" sz="1800" kern="1200" dirty="0"/>
            <a:t> </a:t>
          </a:r>
          <a:r>
            <a:rPr lang="it-IT" sz="1800" kern="1200" dirty="0" err="1"/>
            <a:t>dolor</a:t>
          </a:r>
          <a:endParaRPr lang="it-IT" sz="1800" kern="1200" dirty="0"/>
        </a:p>
      </dsp:txBody>
      <dsp:txXfrm>
        <a:off x="3055886" y="1046428"/>
        <a:ext cx="2280705" cy="2280705"/>
      </dsp:txXfrm>
    </dsp:sp>
    <dsp:sp modelId="{22A2F025-2356-B54C-8DA5-BFDB1C83BA93}">
      <dsp:nvSpPr>
        <dsp:cNvPr id="0" name=""/>
        <dsp:cNvSpPr/>
      </dsp:nvSpPr>
      <dsp:spPr>
        <a:xfrm>
          <a:off x="5163859" y="574079"/>
          <a:ext cx="3225403" cy="3225403"/>
        </a:xfrm>
        <a:prstGeom prst="ellipse">
          <a:avLst/>
        </a:prstGeom>
        <a:solidFill>
          <a:srgbClr val="FFBE00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505" tIns="22860" rIns="177505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 err="1"/>
            <a:t>Lorem</a:t>
          </a:r>
          <a:r>
            <a:rPr lang="it-IT" sz="1800" kern="1200" dirty="0"/>
            <a:t> </a:t>
          </a:r>
          <a:r>
            <a:rPr lang="it-IT" sz="1800" kern="1200" dirty="0" err="1"/>
            <a:t>ipsum</a:t>
          </a:r>
          <a:r>
            <a:rPr lang="it-IT" sz="1800" kern="1200" dirty="0"/>
            <a:t> </a:t>
          </a:r>
          <a:r>
            <a:rPr lang="it-IT" sz="1800" kern="1200" dirty="0" err="1"/>
            <a:t>dolor</a:t>
          </a:r>
          <a:endParaRPr lang="it-IT" sz="1800" kern="1200" dirty="0"/>
        </a:p>
      </dsp:txBody>
      <dsp:txXfrm>
        <a:off x="5636208" y="1046428"/>
        <a:ext cx="2280705" cy="2280705"/>
      </dsp:txXfrm>
    </dsp:sp>
    <dsp:sp modelId="{212144C5-6632-424D-8772-1EAE6F363363}">
      <dsp:nvSpPr>
        <dsp:cNvPr id="0" name=""/>
        <dsp:cNvSpPr/>
      </dsp:nvSpPr>
      <dsp:spPr>
        <a:xfrm>
          <a:off x="7744182" y="574079"/>
          <a:ext cx="3225403" cy="3225403"/>
        </a:xfrm>
        <a:prstGeom prst="ellipse">
          <a:avLst/>
        </a:prstGeom>
        <a:solidFill>
          <a:srgbClr val="FFBE00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505" tIns="22860" rIns="177505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 err="1"/>
            <a:t>Lorem</a:t>
          </a:r>
          <a:r>
            <a:rPr lang="it-IT" sz="1800" kern="1200" dirty="0"/>
            <a:t> </a:t>
          </a:r>
          <a:r>
            <a:rPr lang="it-IT" sz="1800" kern="1200" dirty="0" err="1"/>
            <a:t>ipsum</a:t>
          </a:r>
          <a:r>
            <a:rPr lang="it-IT" sz="1800" kern="1200" dirty="0"/>
            <a:t> </a:t>
          </a:r>
          <a:r>
            <a:rPr lang="it-IT" sz="1800" kern="1200" dirty="0" err="1"/>
            <a:t>dolor</a:t>
          </a:r>
          <a:endParaRPr lang="it-IT" sz="1800" kern="1200" dirty="0"/>
        </a:p>
      </dsp:txBody>
      <dsp:txXfrm>
        <a:off x="8216531" y="1046428"/>
        <a:ext cx="2280705" cy="22807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56B2E6B-83E2-4DDB-447C-8747E45C23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8AC9A6B-ED57-CF3F-A8A9-D034C863B2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486F-EDCE-9F45-843A-DC6636F320A2}" type="datetimeFigureOut">
              <a:rPr lang="it-IT" smtClean="0"/>
              <a:t>01/05/2025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778B11F-204A-24F9-36CB-711A281E4C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DDF550A-F577-7A26-339A-303D7A82F2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ADDE5-EC6B-1049-9FD4-16267D109C9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57081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098D4-0BFA-0A45-9C17-68272B8CA4D6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2304D-F03C-A44C-B58F-64002ED6F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48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2929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b30bb4f95a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b30bb4f95a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1C3D24E7-53DB-A618-EA39-FC7EBCF34185}"/>
              </a:ext>
            </a:extLst>
          </p:cNvPr>
          <p:cNvSpPr/>
          <p:nvPr userDrawn="1"/>
        </p:nvSpPr>
        <p:spPr>
          <a:xfrm>
            <a:off x="443948" y="1595106"/>
            <a:ext cx="11304103" cy="4186228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EC1CE60-86E5-186E-DBCD-5DBFD5DF6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3296" y="2067165"/>
            <a:ext cx="10471390" cy="1772653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t-IT" dirty="0"/>
              <a:t>Fare clic per modificare lo stile del titolo dello schema</a:t>
            </a:r>
            <a:endParaRPr lang="en-GB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DB04101-BE57-3461-5655-73E1835938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3296" y="4860506"/>
            <a:ext cx="10471390" cy="560580"/>
          </a:xfrm>
        </p:spPr>
        <p:txBody>
          <a:bodyPr anchor="b">
            <a:normAutofit/>
          </a:bodyPr>
          <a:lstStyle>
            <a:lvl1pPr marL="0" indent="0" algn="l">
              <a:buNone/>
              <a:defRPr sz="3000">
                <a:solidFill>
                  <a:srgbClr val="FFBE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Date </a:t>
            </a:r>
            <a:r>
              <a:rPr lang="en-GB" dirty="0"/>
              <a:t> →</a:t>
            </a:r>
            <a:r>
              <a:rPr lang="it-IT" dirty="0"/>
              <a:t> Place</a:t>
            </a:r>
            <a:endParaRPr lang="en-GB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61C1DDA-3C18-1C23-D31F-CC6513561F82}"/>
              </a:ext>
            </a:extLst>
          </p:cNvPr>
          <p:cNvSpPr txBox="1"/>
          <p:nvPr userDrawn="1"/>
        </p:nvSpPr>
        <p:spPr>
          <a:xfrm>
            <a:off x="8143794" y="657534"/>
            <a:ext cx="3604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kern="1200" dirty="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Data-</a:t>
            </a:r>
            <a:r>
              <a:rPr lang="it-IT" sz="1200" b="1" kern="1200" dirty="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driven</a:t>
            </a:r>
            <a:r>
              <a:rPr lang="it-IT" sz="1200" b="1" kern="1200" dirty="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lang="it-IT" sz="1200" b="1" kern="1200" dirty="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Residential</a:t>
            </a:r>
            <a:r>
              <a:rPr lang="it-IT" sz="1200" b="1" kern="1200" dirty="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Energy Carrier-</a:t>
            </a:r>
            <a:r>
              <a:rPr lang="it-IT" sz="1200" b="1" kern="1200" dirty="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agnostic</a:t>
            </a:r>
            <a:r>
              <a:rPr lang="it-IT" sz="1200" b="1" kern="1200" dirty="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Demand </a:t>
            </a:r>
            <a:r>
              <a:rPr lang="it-IT" sz="1200" b="1" kern="1200" dirty="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Response</a:t>
            </a:r>
            <a:r>
              <a:rPr lang="it-IT" sz="1200" b="1" kern="1200" dirty="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Tools and Multi-</a:t>
            </a:r>
            <a:r>
              <a:rPr lang="it-IT" sz="1200" b="1" kern="1200" dirty="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value</a:t>
            </a:r>
            <a:r>
              <a:rPr lang="it-IT" sz="1200" b="1" kern="1200" dirty="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Services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FBF14F18-E539-0A51-B9A7-18784AABBF14}"/>
              </a:ext>
            </a:extLst>
          </p:cNvPr>
          <p:cNvGrpSpPr/>
          <p:nvPr userDrawn="1"/>
        </p:nvGrpSpPr>
        <p:grpSpPr>
          <a:xfrm>
            <a:off x="443948" y="6111236"/>
            <a:ext cx="6557743" cy="430887"/>
            <a:chOff x="1904272" y="6282353"/>
            <a:chExt cx="6557743" cy="430887"/>
          </a:xfrm>
        </p:grpSpPr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5B3161C8-387B-CF66-70BB-6C1314600938}"/>
                </a:ext>
              </a:extLst>
            </p:cNvPr>
            <p:cNvSpPr txBox="1"/>
            <p:nvPr userDrawn="1"/>
          </p:nvSpPr>
          <p:spPr>
            <a:xfrm>
              <a:off x="2597457" y="6282353"/>
              <a:ext cx="586455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100" b="0" kern="1200" dirty="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This</a:t>
              </a:r>
              <a:r>
                <a:rPr lang="it-IT" sz="1100" b="0" kern="1200" dirty="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project </a:t>
              </a:r>
              <a:r>
                <a:rPr lang="it-IT" sz="1100" b="0" kern="1200" dirty="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has</a:t>
              </a:r>
              <a:r>
                <a:rPr lang="it-IT" sz="1100" b="0" kern="1200" dirty="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dirty="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received</a:t>
              </a:r>
              <a:r>
                <a:rPr lang="it-IT" sz="1100" b="0" kern="1200" dirty="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funding from </a:t>
              </a:r>
              <a:r>
                <a:rPr lang="it-IT" sz="1100" b="0" kern="1200" dirty="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European</a:t>
              </a:r>
              <a:r>
                <a:rPr lang="it-IT" sz="1100" b="0" kern="1200" dirty="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dirty="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Union's</a:t>
              </a:r>
              <a:r>
                <a:rPr lang="it-IT" sz="1100" b="0" kern="1200" dirty="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Horizon Europe </a:t>
              </a:r>
              <a:r>
                <a:rPr lang="it-IT" sz="1100" b="0" kern="1200" dirty="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Research</a:t>
              </a:r>
              <a:r>
                <a:rPr lang="it-IT" sz="1100" b="0" kern="1200" dirty="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br>
                <a:rPr lang="it-IT" sz="1100" b="0" kern="1200" dirty="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</a:br>
              <a:r>
                <a:rPr lang="it-IT" sz="1100" b="0" kern="1200" dirty="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and Innovation </a:t>
              </a:r>
              <a:r>
                <a:rPr lang="it-IT" sz="1100" b="0" kern="1200" dirty="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programme</a:t>
              </a:r>
              <a:r>
                <a:rPr lang="it-IT" sz="1100" b="0" kern="1200" dirty="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under the Grant Agreement No 101103998</a:t>
              </a:r>
              <a:endParaRPr lang="en-GB" sz="1100" b="0" dirty="0">
                <a:solidFill>
                  <a:srgbClr val="000000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pic>
          <p:nvPicPr>
            <p:cNvPr id="11" name="Immagine 10" descr="EU_flag.jpg">
              <a:extLst>
                <a:ext uri="{FF2B5EF4-FFF2-40B4-BE49-F238E27FC236}">
                  <a16:creationId xmlns:a16="http://schemas.microsoft.com/office/drawing/2014/main" id="{1211AAB3-031D-500D-B526-47CA16FBCD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4272" y="6294110"/>
              <a:ext cx="634980" cy="41912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D8A0B747-470E-3261-0C75-00777D32F5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131" y="315876"/>
            <a:ext cx="4337058" cy="114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948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Section">
    <p:bg>
      <p:bgRef idx="1001">
        <a:schemeClr val="bg1"/>
      </p:bgRef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745FE534-471A-789F-3D41-FC5230DF51EA}"/>
              </a:ext>
            </a:extLst>
          </p:cNvPr>
          <p:cNvSpPr/>
          <p:nvPr userDrawn="1"/>
        </p:nvSpPr>
        <p:spPr>
          <a:xfrm>
            <a:off x="299357" y="316775"/>
            <a:ext cx="11593286" cy="5842288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ctrTitle" hasCustomPrompt="1"/>
          </p:nvPr>
        </p:nvSpPr>
        <p:spPr>
          <a:xfrm>
            <a:off x="609934" y="1680200"/>
            <a:ext cx="10972132" cy="174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54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9pPr>
          </a:lstStyle>
          <a:p>
            <a:r>
              <a:rPr lang="it-IT" dirty="0"/>
              <a:t> 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609934" y="3558202"/>
            <a:ext cx="10972132" cy="53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rgbClr val="FFBE00"/>
                </a:solidFill>
                <a:latin typeface="+mn-lt"/>
                <a:cs typeface="Calibri" panose="020F0502020204030204" pitchFamily="34" charset="0"/>
              </a:defRPr>
            </a:lvl1pPr>
            <a:lvl2pPr lvl="1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/>
            </a:lvl2pPr>
            <a:lvl3pPr lvl="2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800"/>
              </a:spcBef>
              <a:spcAft>
                <a:spcPts val="800"/>
              </a:spcAft>
              <a:buSzPts val="3000"/>
              <a:buNone/>
              <a:defRPr sz="4000"/>
            </a:lvl9pPr>
          </a:lstStyle>
          <a:p>
            <a:endParaRPr dirty="0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FA8DC796-869F-EAB6-030A-6838B009292A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72FD3A4B-09DE-B98B-4226-A9911DF81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4" name="Immagine 3" descr="EU_flag.jpg">
            <a:extLst>
              <a:ext uri="{FF2B5EF4-FFF2-40B4-BE49-F238E27FC236}">
                <a16:creationId xmlns:a16="http://schemas.microsoft.com/office/drawing/2014/main" id="{ABB147DA-5005-6081-C9D1-306534371D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173A15F3-BF34-BFF4-09CE-15B8D54944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25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Quote">
    <p:bg>
      <p:bgRef idx="1001">
        <a:schemeClr val="bg1"/>
      </p:bgRef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8397652E-9599-D4AC-5E61-D5C8080CE6AA}"/>
              </a:ext>
            </a:extLst>
          </p:cNvPr>
          <p:cNvSpPr/>
          <p:nvPr userDrawn="1"/>
        </p:nvSpPr>
        <p:spPr>
          <a:xfrm>
            <a:off x="299357" y="316774"/>
            <a:ext cx="11593286" cy="5841139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080599" y="2124667"/>
            <a:ext cx="10226845" cy="344745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3866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4800" b="1">
                <a:solidFill>
                  <a:schemeClr val="lt1"/>
                </a:solidFill>
                <a:latin typeface="+mj-lt"/>
                <a:cs typeface="Calibri" panose="020F0502020204030204" pitchFamily="34" charset="0"/>
              </a:defRPr>
            </a:lvl1pPr>
            <a:lvl2pPr marL="1219170" lvl="1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4267">
                <a:solidFill>
                  <a:schemeClr val="lt1"/>
                </a:solidFill>
              </a:defRPr>
            </a:lvl2pPr>
            <a:lvl3pPr marL="1828754" lvl="2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■"/>
              <a:defRPr sz="4267">
                <a:solidFill>
                  <a:schemeClr val="lt1"/>
                </a:solidFill>
              </a:defRPr>
            </a:lvl3pPr>
            <a:lvl4pPr marL="2438339" lvl="3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  <a:defRPr sz="4267">
                <a:solidFill>
                  <a:schemeClr val="lt1"/>
                </a:solidFill>
              </a:defRPr>
            </a:lvl4pPr>
            <a:lvl5pPr marL="3047924" lvl="4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4267">
                <a:solidFill>
                  <a:schemeClr val="lt1"/>
                </a:solidFill>
              </a:defRPr>
            </a:lvl5pPr>
            <a:lvl6pPr marL="3657509" lvl="5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■"/>
              <a:defRPr sz="4267">
                <a:solidFill>
                  <a:schemeClr val="lt1"/>
                </a:solidFill>
              </a:defRPr>
            </a:lvl6pPr>
            <a:lvl7pPr marL="4267093" lvl="6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  <a:defRPr sz="4267">
                <a:solidFill>
                  <a:schemeClr val="lt1"/>
                </a:solidFill>
              </a:defRPr>
            </a:lvl7pPr>
            <a:lvl8pPr marL="4876678" lvl="7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4267">
                <a:solidFill>
                  <a:schemeClr val="lt1"/>
                </a:solidFill>
              </a:defRPr>
            </a:lvl8pPr>
            <a:lvl9pPr marL="5486263" lvl="8" indent="-575719" rtl="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200"/>
              <a:buChar char="■"/>
              <a:defRPr sz="4267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28" name="Google Shape;28;p4"/>
          <p:cNvSpPr txBox="1"/>
          <p:nvPr/>
        </p:nvSpPr>
        <p:spPr>
          <a:xfrm>
            <a:off x="1080600" y="893692"/>
            <a:ext cx="2609600" cy="8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0" b="1" dirty="0">
                <a:solidFill>
                  <a:srgbClr val="FFBE00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sz="12800" b="1" dirty="0">
              <a:solidFill>
                <a:srgbClr val="FFBE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0A67AD72-7D98-3BC5-21E7-804C0FF8E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870CB3C-FFAA-B02A-D931-0F55CADAA004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4" name="Immagine 3" descr="EU_flag.jpg">
            <a:extLst>
              <a:ext uri="{FF2B5EF4-FFF2-40B4-BE49-F238E27FC236}">
                <a16:creationId xmlns:a16="http://schemas.microsoft.com/office/drawing/2014/main" id="{E4588FB6-B195-4E99-F6C5-076BBE1231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D9E430E8-8D4F-818B-62E9-D332B8B1640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040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 userDrawn="1">
  <p:cSld name="1_Quote">
    <p:bg>
      <p:bgRef idx="1001">
        <a:schemeClr val="bg1"/>
      </p:bgRef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6C3C1013-6988-2551-982A-98A75E0F8B29}"/>
              </a:ext>
            </a:extLst>
          </p:cNvPr>
          <p:cNvSpPr/>
          <p:nvPr userDrawn="1"/>
        </p:nvSpPr>
        <p:spPr>
          <a:xfrm>
            <a:off x="299357" y="316775"/>
            <a:ext cx="11593286" cy="5842288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Google Shape;20;p3">
            <a:extLst>
              <a:ext uri="{FF2B5EF4-FFF2-40B4-BE49-F238E27FC236}">
                <a16:creationId xmlns:a16="http://schemas.microsoft.com/office/drawing/2014/main" id="{EC998C2B-A199-37F0-75E5-23168157D5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01374" y="1134136"/>
            <a:ext cx="10972132" cy="420756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80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9pPr>
          </a:lstStyle>
          <a:p>
            <a:endParaRPr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39ACF2D-2FE4-55D1-C56F-788D917C3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DDA4922-8264-1E30-8662-4C7E9F563775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5" name="Immagine 4" descr="EU_flag.jpg">
            <a:extLst>
              <a:ext uri="{FF2B5EF4-FFF2-40B4-BE49-F238E27FC236}">
                <a16:creationId xmlns:a16="http://schemas.microsoft.com/office/drawing/2014/main" id="{30CA618A-BD46-61BD-D828-7E7419077E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2476B433-1C91-2C25-7E4D-A4B59C666F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88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 userDrawn="1">
  <p:cSld name="Title + 1 colum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DE2E0F73-E7CE-2412-51EC-0D6DAABDFDE8}"/>
              </a:ext>
            </a:extLst>
          </p:cNvPr>
          <p:cNvSpPr/>
          <p:nvPr userDrawn="1"/>
        </p:nvSpPr>
        <p:spPr>
          <a:xfrm>
            <a:off x="299357" y="1336736"/>
            <a:ext cx="11593286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609934" y="1753456"/>
            <a:ext cx="10972132" cy="3941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507987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>
                <a:solidFill>
                  <a:srgbClr val="2953F3"/>
                </a:solidFill>
                <a:latin typeface="+mn-lt"/>
                <a:cs typeface="Calibri" panose="020F0502020204030204" pitchFamily="34" charset="0"/>
              </a:defRPr>
            </a:lvl1pPr>
            <a:lvl2pPr marL="1219170" lvl="1" indent="-507987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2pPr>
            <a:lvl3pPr marL="1828754" lvl="2" indent="-507987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marL="2438339" lvl="3" indent="-507987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3047924" lvl="4" indent="-507987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3657509" lvl="5" indent="-507987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4267093" lvl="6" indent="-507987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4876678" lvl="7" indent="-507987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5486263" lvl="8" indent="-507987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 dirty="0"/>
          </a:p>
        </p:txBody>
      </p:sp>
      <p:sp>
        <p:nvSpPr>
          <p:cNvPr id="7" name="Google Shape;43;p6">
            <a:extLst>
              <a:ext uri="{FF2B5EF4-FFF2-40B4-BE49-F238E27FC236}">
                <a16:creationId xmlns:a16="http://schemas.microsoft.com/office/drawing/2014/main" id="{0721478A-5C19-6F6E-9967-A7FA9E523E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03E7797E-3A0D-DC10-4D63-9C8DF21AC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BB1B83D-72B9-9910-7057-3F820025D5C4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BA4BE48C-B2DD-5F1D-8912-87E4E594FD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68548EE8-F5FB-B61B-6CD3-EAE7E2AFCAE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748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 userDrawn="1">
  <p:cSld name="Title + 2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98011489-1EFE-B975-00D0-8D3EC0C37836}"/>
              </a:ext>
            </a:extLst>
          </p:cNvPr>
          <p:cNvSpPr/>
          <p:nvPr userDrawn="1"/>
        </p:nvSpPr>
        <p:spPr>
          <a:xfrm>
            <a:off x="299357" y="1336736"/>
            <a:ext cx="5690627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EB896BB9-A4EE-6524-BE27-B67A7D3D88BF}"/>
              </a:ext>
            </a:extLst>
          </p:cNvPr>
          <p:cNvSpPr/>
          <p:nvPr userDrawn="1"/>
        </p:nvSpPr>
        <p:spPr>
          <a:xfrm>
            <a:off x="6202017" y="1336736"/>
            <a:ext cx="5690627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609934" y="1757230"/>
            <a:ext cx="5046283" cy="409812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400">
                <a:solidFill>
                  <a:srgbClr val="2953F3"/>
                </a:solidFill>
                <a:latin typeface="+mn-lt"/>
                <a:cs typeface="Calibri" panose="020F0502020204030204" pitchFamily="34" charset="0"/>
              </a:defRPr>
            </a:lvl1pPr>
            <a:lvl2pPr marL="1219170" lvl="1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6512593" y="1757230"/>
            <a:ext cx="5069474" cy="409812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400">
                <a:solidFill>
                  <a:srgbClr val="2953F3"/>
                </a:solidFill>
                <a:latin typeface="+mn-lt"/>
                <a:cs typeface="Calibri" panose="020F0502020204030204" pitchFamily="34" charset="0"/>
              </a:defRPr>
            </a:lvl1pPr>
            <a:lvl2pPr marL="1219170" lvl="1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10" name="Google Shape;43;p6">
            <a:extLst>
              <a:ext uri="{FF2B5EF4-FFF2-40B4-BE49-F238E27FC236}">
                <a16:creationId xmlns:a16="http://schemas.microsoft.com/office/drawing/2014/main" id="{4038C118-C774-4496-38F0-934EBD6D44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A4BDE2F-1BD5-7B3D-0991-134970CA6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69E9811-32B8-25D7-A670-35FF0DB36A56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0EDE822B-3691-C82B-2CFE-9ACDE2C46F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465EE32D-FDDA-2DFB-5D01-7D89E49387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26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 preserve="1" userDrawn="1">
  <p:cSld name="Title + 3 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5C166B6F-C206-727B-8AD9-4AF78448E67F}"/>
              </a:ext>
            </a:extLst>
          </p:cNvPr>
          <p:cNvSpPr/>
          <p:nvPr userDrawn="1"/>
        </p:nvSpPr>
        <p:spPr>
          <a:xfrm>
            <a:off x="299519" y="1336736"/>
            <a:ext cx="3727625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075F4FF5-8472-C7D7-3C91-949D6D5A87BA}"/>
              </a:ext>
            </a:extLst>
          </p:cNvPr>
          <p:cNvSpPr/>
          <p:nvPr userDrawn="1"/>
        </p:nvSpPr>
        <p:spPr>
          <a:xfrm>
            <a:off x="8164856" y="1336736"/>
            <a:ext cx="3727625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987BF293-7B9B-971E-CF15-6B24FF05CBEE}"/>
              </a:ext>
            </a:extLst>
          </p:cNvPr>
          <p:cNvSpPr/>
          <p:nvPr userDrawn="1"/>
        </p:nvSpPr>
        <p:spPr>
          <a:xfrm>
            <a:off x="4232187" y="1336736"/>
            <a:ext cx="3727625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09934" y="1776569"/>
            <a:ext cx="3086855" cy="424214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2400"/>
            </a:lvl9pPr>
          </a:lstStyle>
          <a:p>
            <a:endParaRPr dirty="0"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2"/>
          </p:nvPr>
        </p:nvSpPr>
        <p:spPr>
          <a:xfrm>
            <a:off x="4381947" y="1776569"/>
            <a:ext cx="3428269" cy="424214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2400"/>
            </a:lvl9pPr>
          </a:lstStyle>
          <a:p>
            <a:endParaRPr dirty="0"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3"/>
          </p:nvPr>
        </p:nvSpPr>
        <p:spPr>
          <a:xfrm>
            <a:off x="8386354" y="1776569"/>
            <a:ext cx="3195712" cy="424214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2400"/>
            </a:lvl9pPr>
          </a:lstStyle>
          <a:p>
            <a:endParaRPr dirty="0"/>
          </a:p>
        </p:txBody>
      </p:sp>
      <p:sp>
        <p:nvSpPr>
          <p:cNvPr id="5" name="Google Shape;43;p6">
            <a:extLst>
              <a:ext uri="{FF2B5EF4-FFF2-40B4-BE49-F238E27FC236}">
                <a16:creationId xmlns:a16="http://schemas.microsoft.com/office/drawing/2014/main" id="{E94957DD-6BA5-1F5F-BDEE-D7D86970E0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36C937C-4B92-C59B-D756-2236E8A3A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EDDB2CC-BDF8-8588-4AAC-A004C5BC8292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B7A948E6-B4A6-067B-6673-6D9A35B526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DD1A07D4-BF78-EBBC-8A2E-5E508C6B798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583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 preserve="1" userDrawn="1">
  <p:cSld name="Title + 4 colum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0A8129D4-55DC-62D2-2222-84A2784B6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34" y="1924854"/>
            <a:ext cx="2395809" cy="2150444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egnaposto immagine 8">
            <a:extLst>
              <a:ext uri="{FF2B5EF4-FFF2-40B4-BE49-F238E27FC236}">
                <a16:creationId xmlns:a16="http://schemas.microsoft.com/office/drawing/2014/main" id="{1918D65C-027A-D061-333B-C9B9DA0950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9514" y="1924854"/>
            <a:ext cx="2395809" cy="2150444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egnaposto immagine 8">
            <a:extLst>
              <a:ext uri="{FF2B5EF4-FFF2-40B4-BE49-F238E27FC236}">
                <a16:creationId xmlns:a16="http://schemas.microsoft.com/office/drawing/2014/main" id="{B76A6D42-4144-3492-40F0-A45E51FEC1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27482" y="1924854"/>
            <a:ext cx="2395809" cy="2150444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egnaposto immagine 8">
            <a:extLst>
              <a:ext uri="{FF2B5EF4-FFF2-40B4-BE49-F238E27FC236}">
                <a16:creationId xmlns:a16="http://schemas.microsoft.com/office/drawing/2014/main" id="{F9535ADE-039C-510F-9E3D-29C9CE0935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87063" y="1924854"/>
            <a:ext cx="2395809" cy="2150444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EF6E8857-65F9-7171-0337-E160055508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" y="4291145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 dirty="0"/>
          </a:p>
        </p:txBody>
      </p:sp>
      <p:sp>
        <p:nvSpPr>
          <p:cNvPr id="19" name="Segnaposto testo 17">
            <a:extLst>
              <a:ext uri="{FF2B5EF4-FFF2-40B4-BE49-F238E27FC236}">
                <a16:creationId xmlns:a16="http://schemas.microsoft.com/office/drawing/2014/main" id="{5941CDA5-6C3C-AFBF-4676-C11445364B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9514" y="4291145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 dirty="0"/>
          </a:p>
        </p:txBody>
      </p:sp>
      <p:sp>
        <p:nvSpPr>
          <p:cNvPr id="20" name="Segnaposto testo 17">
            <a:extLst>
              <a:ext uri="{FF2B5EF4-FFF2-40B4-BE49-F238E27FC236}">
                <a16:creationId xmlns:a16="http://schemas.microsoft.com/office/drawing/2014/main" id="{2A4D1BE1-0480-E586-6486-A1EF9AF9D7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6679" y="4291145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 dirty="0"/>
          </a:p>
        </p:txBody>
      </p:sp>
      <p:sp>
        <p:nvSpPr>
          <p:cNvPr id="21" name="Segnaposto testo 17">
            <a:extLst>
              <a:ext uri="{FF2B5EF4-FFF2-40B4-BE49-F238E27FC236}">
                <a16:creationId xmlns:a16="http://schemas.microsoft.com/office/drawing/2014/main" id="{8CD0C6E0-84CE-2319-9B6D-E81DA1B60F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844" y="4295983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 dirty="0"/>
          </a:p>
        </p:txBody>
      </p:sp>
      <p:sp>
        <p:nvSpPr>
          <p:cNvPr id="5" name="Google Shape;43;p6">
            <a:extLst>
              <a:ext uri="{FF2B5EF4-FFF2-40B4-BE49-F238E27FC236}">
                <a16:creationId xmlns:a16="http://schemas.microsoft.com/office/drawing/2014/main" id="{FEA97FFC-AE00-D527-3685-97E09B17F6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C2977F4-E552-1777-04FB-E9A38496B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6C7A10D-0EC5-213D-04E0-A7C9D9FD063A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9C7E14F0-2711-3F25-2340-412A2AEF0C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E9CDCC65-BADA-07AE-9835-65484F3677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11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3;p6">
            <a:extLst>
              <a:ext uri="{FF2B5EF4-FFF2-40B4-BE49-F238E27FC236}">
                <a16:creationId xmlns:a16="http://schemas.microsoft.com/office/drawing/2014/main" id="{3EA769FC-9D17-3C85-95D4-C9E76F8F71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7419015-35FA-E14E-81DE-0510E332F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6DE781C-FA3E-5D71-1AEC-CED8FEDBA8FF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AE017E46-8462-FA6F-711E-39CDE9CEEF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1CB5803C-DA83-5D29-3C20-60DAFCBFA4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510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 userDrawn="1">
  <p:cSld name="Imag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ED0A047-5DDB-BD3C-75F6-79DA4837FE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609934" y="5875067"/>
            <a:ext cx="10972132" cy="40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304792" rtl="0"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Pts val="1800"/>
              <a:buNone/>
              <a:defRPr sz="2400">
                <a:solidFill>
                  <a:srgbClr val="FFBE00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8524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 userDrawn="1">
  <p:cSld name="Small img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609934" y="524733"/>
            <a:ext cx="5380050" cy="15028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609934" y="2199861"/>
            <a:ext cx="5059346" cy="395920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2" name="Segnaposto immagine 2">
            <a:extLst>
              <a:ext uri="{FF2B5EF4-FFF2-40B4-BE49-F238E27FC236}">
                <a16:creationId xmlns:a16="http://schemas.microsoft.com/office/drawing/2014/main" id="{08566262-D441-F67D-9953-C3882305DF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6929" y="315623"/>
            <a:ext cx="5475715" cy="5843440"/>
          </a:xfrm>
        </p:spPr>
        <p:txBody>
          <a:bodyPr/>
          <a:lstStyle/>
          <a:p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46959C9-887F-53B8-7753-96BA0AFCA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727447D-A4B2-1A32-C65B-B70357957933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4" name="Immagine 3" descr="EU_flag.jpg">
            <a:extLst>
              <a:ext uri="{FF2B5EF4-FFF2-40B4-BE49-F238E27FC236}">
                <a16:creationId xmlns:a16="http://schemas.microsoft.com/office/drawing/2014/main" id="{2C69ED61-DDAC-41C9-F311-7066D4CFA8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68AC03D8-004E-F772-1C17-2188DB0F44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842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+diagram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D4E73D0-A4B2-3D4E-38B0-93F7340A25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599" y="1710237"/>
            <a:ext cx="10972131" cy="42072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GB" dirty="0"/>
          </a:p>
        </p:txBody>
      </p:sp>
      <p:sp>
        <p:nvSpPr>
          <p:cNvPr id="5" name="Google Shape;43;p6">
            <a:extLst>
              <a:ext uri="{FF2B5EF4-FFF2-40B4-BE49-F238E27FC236}">
                <a16:creationId xmlns:a16="http://schemas.microsoft.com/office/drawing/2014/main" id="{CDE2ABB9-C9BF-9835-8C98-4FB9DCD3B9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D748FC0-7C44-567B-E6ED-FB7E4B3B9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FB90555-C23C-DA3C-02E1-EA4EF25ADBB1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726B7069-091B-F66D-5997-30B3BE9A05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459C80EA-8D72-7C21-46E9-043893EED5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11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 userDrawn="1">
  <p:cSld name="Graph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609934" y="5424711"/>
            <a:ext cx="10972132" cy="40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lvl="0" indent="0" rtl="0"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Pts val="1800"/>
              <a:buFont typeface="Arial" panose="020B0604020202020204" pitchFamily="34" charset="0"/>
              <a:buNone/>
              <a:defRPr sz="1800">
                <a:solidFill>
                  <a:srgbClr val="000000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947352F-5681-5B32-5816-0863515346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934" y="582933"/>
            <a:ext cx="10852496" cy="4823389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GB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A9D9E8C-312F-C286-3D06-93BA30615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5B28F7A-A16D-DAEB-79F7-28B790F915C0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073C97DB-F87B-7BF2-A215-6BDC433AB7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C9836B90-DDBB-F052-4265-5C2CCDE762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97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A5C6C2-4BE5-E899-A0C4-3CD073D6A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8A084BC-C046-8A10-92A6-79BD116BC3A0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FA3FEFD8-8350-F4E5-1307-8C1547E3D0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0DDFF656-561F-1706-6D44-C93AD7F1D0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021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 preserve="1" userDrawn="1">
  <p:cSld name="Closing">
    <p:bg>
      <p:bgPr>
        <a:gradFill>
          <a:gsLst>
            <a:gs pos="0">
              <a:schemeClr val="accent1">
                <a:lumMod val="75000"/>
              </a:schemeClr>
            </a:gs>
            <a:gs pos="100000">
              <a:srgbClr val="2953F3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1C06104A-5EEA-C2DB-A011-1A5BA1732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934" y="2623226"/>
            <a:ext cx="10972132" cy="1499987"/>
          </a:xfrm>
        </p:spPr>
        <p:txBody>
          <a:bodyPr anchor="b">
            <a:noAutofit/>
          </a:bodyPr>
          <a:lstStyle>
            <a:lvl1pPr algn="ctr">
              <a:defRPr sz="8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t-IT" dirty="0"/>
              <a:t>Thank </a:t>
            </a:r>
            <a:r>
              <a:rPr lang="it-IT" dirty="0" err="1"/>
              <a:t>you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64BA209-3E89-0D9F-5CAD-44C105E73DF5}"/>
              </a:ext>
            </a:extLst>
          </p:cNvPr>
          <p:cNvSpPr txBox="1"/>
          <p:nvPr userDrawn="1"/>
        </p:nvSpPr>
        <p:spPr>
          <a:xfrm>
            <a:off x="4224519" y="1547569"/>
            <a:ext cx="3742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Data-</a:t>
            </a:r>
            <a:r>
              <a:rPr lang="it-IT" sz="1200" b="1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driven</a:t>
            </a:r>
            <a:r>
              <a:rPr lang="it-IT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</a:t>
            </a:r>
            <a:r>
              <a:rPr lang="it-IT" sz="1200" b="1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Residential</a:t>
            </a:r>
            <a:r>
              <a:rPr lang="it-IT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Energy Carrier-</a:t>
            </a:r>
            <a:r>
              <a:rPr lang="it-IT" sz="1200" b="1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agnostic</a:t>
            </a:r>
            <a:r>
              <a:rPr lang="it-IT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Demand </a:t>
            </a:r>
            <a:r>
              <a:rPr lang="it-IT" sz="1200" b="1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Response</a:t>
            </a:r>
            <a:r>
              <a:rPr lang="it-IT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Tools and Multi-</a:t>
            </a:r>
            <a:r>
              <a:rPr lang="it-IT" sz="1200" b="1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value</a:t>
            </a:r>
            <a:r>
              <a:rPr lang="it-IT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Services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EBB65772-5233-83CE-A21D-F07D998180F0}"/>
              </a:ext>
            </a:extLst>
          </p:cNvPr>
          <p:cNvGrpSpPr/>
          <p:nvPr userDrawn="1"/>
        </p:nvGrpSpPr>
        <p:grpSpPr>
          <a:xfrm>
            <a:off x="3281178" y="5586961"/>
            <a:ext cx="5629636" cy="922966"/>
            <a:chOff x="688393" y="5790274"/>
            <a:chExt cx="5629636" cy="922966"/>
          </a:xfrm>
        </p:grpSpPr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7BF06F3E-4204-1E92-8B55-4E15DDE605AE}"/>
                </a:ext>
              </a:extLst>
            </p:cNvPr>
            <p:cNvSpPr txBox="1"/>
            <p:nvPr userDrawn="1"/>
          </p:nvSpPr>
          <p:spPr>
            <a:xfrm>
              <a:off x="688393" y="6282353"/>
              <a:ext cx="562963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100" b="0" kern="1200" dirty="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This</a:t>
              </a:r>
              <a:r>
                <a:rPr lang="it-IT" sz="1100" b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project </a:t>
              </a:r>
              <a:r>
                <a:rPr lang="it-IT" sz="1100" b="0" kern="1200" dirty="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has</a:t>
              </a:r>
              <a:r>
                <a:rPr lang="it-IT" sz="1100" b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dirty="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received</a:t>
              </a:r>
              <a:r>
                <a:rPr lang="it-IT" sz="1100" b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funding from </a:t>
              </a:r>
              <a:r>
                <a:rPr lang="it-IT" sz="1100" b="0" kern="1200" dirty="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European</a:t>
              </a:r>
              <a:r>
                <a:rPr lang="it-IT" sz="1100" b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dirty="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Union's</a:t>
              </a:r>
              <a:r>
                <a:rPr lang="it-IT" sz="1100" b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Horizon Europe </a:t>
              </a:r>
              <a:r>
                <a:rPr lang="it-IT" sz="1100" b="0" kern="1200" dirty="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Research</a:t>
              </a:r>
              <a:r>
                <a:rPr lang="it-IT" sz="1100" b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br>
                <a:rPr lang="it-IT" sz="1100" b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</a:br>
              <a:r>
                <a:rPr lang="it-IT" sz="1100" b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and Innovation </a:t>
              </a:r>
              <a:r>
                <a:rPr lang="it-IT" sz="1100" b="0" kern="1200" dirty="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programme</a:t>
              </a:r>
              <a:r>
                <a:rPr lang="it-IT" sz="1100" b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under the Grant Agreement No 101103998</a:t>
              </a:r>
              <a:endParaRPr lang="en-GB" sz="1100" b="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pic>
          <p:nvPicPr>
            <p:cNvPr id="8" name="Immagine 7" descr="EU_flag.jpg">
              <a:extLst>
                <a:ext uri="{FF2B5EF4-FFF2-40B4-BE49-F238E27FC236}">
                  <a16:creationId xmlns:a16="http://schemas.microsoft.com/office/drawing/2014/main" id="{81B6829E-EE46-11E9-5709-03EF490DF0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5724" y="5790274"/>
              <a:ext cx="634980" cy="41912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9B311DB3-2E6E-A446-9BEC-82B7DDD1A8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2702" y="443391"/>
            <a:ext cx="4406588" cy="116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216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1_Blank dark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5">
            <a:extLst>
              <a:ext uri="{FF2B5EF4-FFF2-40B4-BE49-F238E27FC236}">
                <a16:creationId xmlns:a16="http://schemas.microsoft.com/office/drawing/2014/main" id="{65C803B4-9C58-EA02-F525-1E4205589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5130" y="6356351"/>
            <a:ext cx="526869" cy="501650"/>
          </a:xfrm>
          <a:prstGeom prst="rect">
            <a:avLst/>
          </a:prstGeom>
        </p:spPr>
        <p:txBody>
          <a:bodyPr vert="horz" lIns="0" tIns="0" rIns="108000" bIns="0" rtlCol="0" anchor="ctr"/>
          <a:lstStyle>
            <a:lvl1pPr algn="r">
              <a:defRPr sz="1000" b="1">
                <a:solidFill>
                  <a:schemeClr val="bg1"/>
                </a:solidFill>
              </a:defRPr>
            </a:lvl1pPr>
          </a:lstStyle>
          <a:p>
            <a:fld id="{1FFA4B92-604C-DF4A-82F5-53F7CAD8960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8821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FC117EF-B0AF-4F02-18E2-AB6B597D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855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GB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6DD9838-0D1D-D74A-54AF-8A5BE3D2B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3503"/>
            <a:ext cx="10515600" cy="3483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GB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C23A0D0-DD2F-66FD-AF42-D2FAF591D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8377" y="6374675"/>
            <a:ext cx="683623" cy="471230"/>
          </a:xfrm>
          <a:prstGeom prst="rect">
            <a:avLst/>
          </a:prstGeom>
        </p:spPr>
        <p:txBody>
          <a:bodyPr vert="horz" lIns="91440" tIns="45720" rIns="180000" bIns="7200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180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1" r:id="rId4"/>
    <p:sldLayoutId id="2147483652" r:id="rId5"/>
    <p:sldLayoutId id="2147483653" r:id="rId6"/>
    <p:sldLayoutId id="2147483654" r:id="rId7"/>
    <p:sldLayoutId id="2147483663" r:id="rId8"/>
    <p:sldLayoutId id="2147483655" r:id="rId9"/>
    <p:sldLayoutId id="2147483656" r:id="rId10"/>
    <p:sldLayoutId id="2147483659" r:id="rId11"/>
    <p:sldLayoutId id="2147483660" r:id="rId12"/>
    <p:sldLayoutId id="2147483662" r:id="rId13"/>
    <p:sldLayoutId id="2147483657" r:id="rId14"/>
    <p:sldLayoutId id="2147483658" r:id="rId15"/>
    <p:sldLayoutId id="2147483664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2953F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5E9818-4679-11C1-AC47-4226112F0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6600" dirty="0"/>
              <a:t>This is your presentation title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C6B1058-EA5C-FDBC-A0CE-F108F65434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fld id="{3E64E1E7-654E-6340-A454-74D206A85FEC}" type="datetime1">
              <a:rPr lang="it-IT" smtClean="0"/>
              <a:t>01/05/2025</a:t>
            </a:fld>
            <a:r>
              <a:rPr lang="en-GB" dirty="0"/>
              <a:t> → Place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1EC7007-6516-98AD-DD9C-1D102208E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505" y="5791200"/>
            <a:ext cx="18923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92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70446E84-840C-E194-735E-210CE92EB3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60" t="27869" b="29763"/>
          <a:stretch/>
        </p:blipFill>
        <p:spPr>
          <a:xfrm>
            <a:off x="987468" y="2060719"/>
            <a:ext cx="10217063" cy="230773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E864AAB-D31C-AB43-6C49-C490803D8C3B}"/>
              </a:ext>
            </a:extLst>
          </p:cNvPr>
          <p:cNvSpPr txBox="1"/>
          <p:nvPr/>
        </p:nvSpPr>
        <p:spPr>
          <a:xfrm>
            <a:off x="1739029" y="4368453"/>
            <a:ext cx="13924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b="1" dirty="0">
                <a:solidFill>
                  <a:srgbClr val="000000"/>
                </a:solidFill>
                <a:effectLst/>
                <a:latin typeface="+mj-lt"/>
              </a:rPr>
              <a:t>RGB</a:t>
            </a:r>
            <a:r>
              <a:rPr lang="it-IT" sz="1100" dirty="0">
                <a:solidFill>
                  <a:srgbClr val="000000"/>
                </a:solidFill>
                <a:effectLst/>
              </a:rPr>
              <a:t> 0, 72, 230</a:t>
            </a:r>
          </a:p>
          <a:p>
            <a:pPr algn="ctr"/>
            <a:r>
              <a:rPr lang="it-IT" sz="1100" b="1" dirty="0">
                <a:solidFill>
                  <a:srgbClr val="000000"/>
                </a:solidFill>
                <a:effectLst/>
                <a:latin typeface="+mj-lt"/>
              </a:rPr>
              <a:t>HEX</a:t>
            </a:r>
            <a:r>
              <a:rPr lang="it-IT" sz="1100" dirty="0">
                <a:solidFill>
                  <a:srgbClr val="000000"/>
                </a:solidFill>
                <a:effectLst/>
              </a:rPr>
              <a:t> #0048e6</a:t>
            </a:r>
          </a:p>
          <a:p>
            <a:pPr algn="ctr"/>
            <a:r>
              <a:rPr lang="it-IT" sz="1100" b="1" dirty="0">
                <a:solidFill>
                  <a:srgbClr val="000000"/>
                </a:solidFill>
                <a:latin typeface="+mj-lt"/>
              </a:rPr>
              <a:t>C</a:t>
            </a:r>
            <a:r>
              <a:rPr lang="it-IT" sz="1100" b="1" dirty="0">
                <a:solidFill>
                  <a:srgbClr val="000000"/>
                </a:solidFill>
                <a:effectLst/>
                <a:latin typeface="+mj-lt"/>
              </a:rPr>
              <a:t>MYK</a:t>
            </a:r>
            <a:r>
              <a:rPr lang="it-IT" sz="1100" dirty="0">
                <a:solidFill>
                  <a:srgbClr val="000000"/>
                </a:solidFill>
                <a:effectLst/>
              </a:rPr>
              <a:t> 100, 70, 0, 0</a:t>
            </a:r>
          </a:p>
          <a:p>
            <a:pPr algn="ctr"/>
            <a:r>
              <a:rPr lang="it-IT" sz="1100" b="1" dirty="0">
                <a:solidFill>
                  <a:srgbClr val="000000"/>
                </a:solidFill>
                <a:effectLst/>
                <a:latin typeface="+mj-lt"/>
              </a:rPr>
              <a:t>PANTONE</a:t>
            </a:r>
            <a:r>
              <a:rPr lang="it-IT" sz="1100" dirty="0">
                <a:solidFill>
                  <a:srgbClr val="000000"/>
                </a:solidFill>
                <a:effectLst/>
              </a:rPr>
              <a:t> 2728C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0E5E89E-BD41-023F-A5D5-73E5EA879CFE}"/>
              </a:ext>
            </a:extLst>
          </p:cNvPr>
          <p:cNvSpPr txBox="1"/>
          <p:nvPr/>
        </p:nvSpPr>
        <p:spPr>
          <a:xfrm>
            <a:off x="3542777" y="4368453"/>
            <a:ext cx="13924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b="1" dirty="0">
                <a:solidFill>
                  <a:srgbClr val="000000"/>
                </a:solidFill>
                <a:effectLst/>
                <a:latin typeface="+mj-lt"/>
              </a:rPr>
              <a:t>RGB</a:t>
            </a:r>
            <a:r>
              <a:rPr lang="it-IT" sz="1100" dirty="0">
                <a:solidFill>
                  <a:srgbClr val="000000"/>
                </a:solidFill>
                <a:effectLst/>
              </a:rPr>
              <a:t> 255, 190, 0</a:t>
            </a:r>
          </a:p>
          <a:p>
            <a:pPr algn="ctr"/>
            <a:r>
              <a:rPr lang="it-IT" sz="1100" b="1" dirty="0">
                <a:solidFill>
                  <a:srgbClr val="000000"/>
                </a:solidFill>
                <a:effectLst/>
                <a:latin typeface="+mj-lt"/>
              </a:rPr>
              <a:t>HEX</a:t>
            </a:r>
            <a:r>
              <a:rPr lang="it-IT" sz="1100" dirty="0">
                <a:solidFill>
                  <a:srgbClr val="000000"/>
                </a:solidFill>
                <a:effectLst/>
              </a:rPr>
              <a:t> #ffbe00</a:t>
            </a:r>
          </a:p>
          <a:p>
            <a:pPr algn="ctr"/>
            <a:r>
              <a:rPr lang="it-IT" sz="1100" b="1" dirty="0">
                <a:solidFill>
                  <a:srgbClr val="000000"/>
                </a:solidFill>
                <a:effectLst/>
                <a:latin typeface="+mj-lt"/>
              </a:rPr>
              <a:t>CMYK</a:t>
            </a:r>
            <a:r>
              <a:rPr lang="it-IT" sz="1100" dirty="0">
                <a:solidFill>
                  <a:srgbClr val="000000"/>
                </a:solidFill>
                <a:effectLst/>
              </a:rPr>
              <a:t> 0, 25, 100, 0</a:t>
            </a:r>
          </a:p>
          <a:p>
            <a:pPr algn="ctr"/>
            <a:r>
              <a:rPr lang="it-IT" sz="1100" b="1" dirty="0">
                <a:solidFill>
                  <a:srgbClr val="000000"/>
                </a:solidFill>
                <a:effectLst/>
                <a:latin typeface="+mj-lt"/>
              </a:rPr>
              <a:t>PANTONE</a:t>
            </a:r>
            <a:r>
              <a:rPr lang="it-IT" sz="1100" dirty="0">
                <a:solidFill>
                  <a:srgbClr val="000000"/>
                </a:solidFill>
                <a:effectLst/>
              </a:rPr>
              <a:t> 116C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BDA11DC-259B-E3C0-E2E6-640D6603C0E3}"/>
              </a:ext>
            </a:extLst>
          </p:cNvPr>
          <p:cNvSpPr txBox="1"/>
          <p:nvPr/>
        </p:nvSpPr>
        <p:spPr>
          <a:xfrm>
            <a:off x="5399760" y="4368453"/>
            <a:ext cx="139247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b="1" dirty="0">
                <a:solidFill>
                  <a:srgbClr val="000000"/>
                </a:solidFill>
                <a:effectLst/>
                <a:latin typeface="+mj-lt"/>
              </a:rPr>
              <a:t>RGB</a:t>
            </a:r>
            <a:r>
              <a:rPr lang="it-IT" sz="1100" dirty="0">
                <a:solidFill>
                  <a:srgbClr val="000000"/>
                </a:solidFill>
                <a:effectLst/>
              </a:rPr>
              <a:t> 255, 255, </a:t>
            </a:r>
            <a:r>
              <a:rPr lang="it-IT" sz="1100" dirty="0">
                <a:solidFill>
                  <a:srgbClr val="000000"/>
                </a:solidFill>
              </a:rPr>
              <a:t>255</a:t>
            </a:r>
            <a:endParaRPr lang="it-IT" sz="1100" dirty="0">
              <a:solidFill>
                <a:srgbClr val="000000"/>
              </a:solidFill>
              <a:effectLst/>
            </a:endParaRPr>
          </a:p>
          <a:p>
            <a:pPr algn="ctr"/>
            <a:r>
              <a:rPr lang="it-IT" sz="1100" b="1" dirty="0">
                <a:solidFill>
                  <a:srgbClr val="000000"/>
                </a:solidFill>
                <a:effectLst/>
                <a:latin typeface="+mj-lt"/>
              </a:rPr>
              <a:t>HEX</a:t>
            </a:r>
            <a:r>
              <a:rPr lang="it-IT" sz="1100" dirty="0">
                <a:solidFill>
                  <a:srgbClr val="000000"/>
                </a:solidFill>
                <a:effectLst/>
              </a:rPr>
              <a:t> #E1E1E1</a:t>
            </a:r>
          </a:p>
          <a:p>
            <a:pPr algn="ctr"/>
            <a:r>
              <a:rPr lang="it-IT" sz="1100" b="1" dirty="0">
                <a:solidFill>
                  <a:srgbClr val="000000"/>
                </a:solidFill>
                <a:effectLst/>
                <a:latin typeface="+mj-lt"/>
              </a:rPr>
              <a:t>CMYK</a:t>
            </a:r>
            <a:r>
              <a:rPr lang="it-IT" sz="1100" dirty="0">
                <a:solidFill>
                  <a:srgbClr val="000000"/>
                </a:solidFill>
                <a:effectLst/>
              </a:rPr>
              <a:t> 14, 10, 10, 0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62C906B-4BEC-9AC0-C71D-101E5F2094B3}"/>
              </a:ext>
            </a:extLst>
          </p:cNvPr>
          <p:cNvSpPr txBox="1"/>
          <p:nvPr/>
        </p:nvSpPr>
        <p:spPr>
          <a:xfrm>
            <a:off x="7241086" y="4368453"/>
            <a:ext cx="14895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b="1" dirty="0">
                <a:solidFill>
                  <a:srgbClr val="000000"/>
                </a:solidFill>
                <a:effectLst/>
                <a:latin typeface="+mj-lt"/>
              </a:rPr>
              <a:t>RGB</a:t>
            </a:r>
            <a:r>
              <a:rPr lang="it-IT" sz="1100" dirty="0">
                <a:solidFill>
                  <a:srgbClr val="000000"/>
                </a:solidFill>
                <a:effectLst/>
              </a:rPr>
              <a:t> 0, 0, 0</a:t>
            </a:r>
          </a:p>
          <a:p>
            <a:pPr algn="ctr"/>
            <a:r>
              <a:rPr lang="it-IT" sz="1100" b="1" dirty="0">
                <a:solidFill>
                  <a:srgbClr val="000000"/>
                </a:solidFill>
                <a:effectLst/>
                <a:latin typeface="+mj-lt"/>
              </a:rPr>
              <a:t>HEX</a:t>
            </a:r>
            <a:r>
              <a:rPr lang="it-IT" sz="1100" dirty="0">
                <a:solidFill>
                  <a:srgbClr val="000000"/>
                </a:solidFill>
                <a:effectLst/>
              </a:rPr>
              <a:t> #000000</a:t>
            </a:r>
          </a:p>
          <a:p>
            <a:pPr algn="ctr"/>
            <a:r>
              <a:rPr lang="it-IT" sz="1100" b="1" dirty="0">
                <a:solidFill>
                  <a:srgbClr val="000000"/>
                </a:solidFill>
                <a:effectLst/>
                <a:latin typeface="+mj-lt"/>
              </a:rPr>
              <a:t>CMYK</a:t>
            </a:r>
            <a:r>
              <a:rPr lang="it-IT" sz="1100" dirty="0">
                <a:solidFill>
                  <a:srgbClr val="000000"/>
                </a:solidFill>
                <a:effectLst/>
              </a:rPr>
              <a:t> 91, 79, 62, </a:t>
            </a:r>
            <a:r>
              <a:rPr lang="it-IT" sz="1100" dirty="0">
                <a:solidFill>
                  <a:srgbClr val="000000"/>
                </a:solidFill>
              </a:rPr>
              <a:t>97</a:t>
            </a:r>
            <a:endParaRPr lang="it-IT" sz="1100" dirty="0">
              <a:solidFill>
                <a:srgbClr val="000000"/>
              </a:solidFill>
              <a:effectLst/>
            </a:endParaRPr>
          </a:p>
          <a:p>
            <a:pPr algn="ctr"/>
            <a:r>
              <a:rPr lang="it-IT" sz="1100" b="1" dirty="0">
                <a:solidFill>
                  <a:srgbClr val="000000"/>
                </a:solidFill>
                <a:effectLst/>
                <a:latin typeface="+mj-lt"/>
              </a:rPr>
              <a:t>Fogra39</a:t>
            </a:r>
            <a:r>
              <a:rPr lang="it-IT" sz="1100" dirty="0">
                <a:solidFill>
                  <a:srgbClr val="000000"/>
                </a:solidFill>
                <a:effectLst/>
              </a:rPr>
              <a:t> Rich Black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C91B338-9D49-8194-72F3-0E57BA852CCE}"/>
              </a:ext>
            </a:extLst>
          </p:cNvPr>
          <p:cNvSpPr txBox="1"/>
          <p:nvPr/>
        </p:nvSpPr>
        <p:spPr>
          <a:xfrm>
            <a:off x="9145042" y="4368453"/>
            <a:ext cx="148955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b="1" dirty="0">
                <a:solidFill>
                  <a:srgbClr val="000000"/>
                </a:solidFill>
                <a:effectLst/>
                <a:latin typeface="+mj-lt"/>
              </a:rPr>
              <a:t>RGB</a:t>
            </a:r>
            <a:r>
              <a:rPr lang="it-IT" sz="1100" dirty="0">
                <a:solidFill>
                  <a:srgbClr val="000000"/>
                </a:solidFill>
                <a:effectLst/>
              </a:rPr>
              <a:t> 255, 255, </a:t>
            </a:r>
            <a:r>
              <a:rPr lang="it-IT" sz="1100" dirty="0">
                <a:solidFill>
                  <a:srgbClr val="000000"/>
                </a:solidFill>
              </a:rPr>
              <a:t>255</a:t>
            </a:r>
            <a:endParaRPr lang="it-IT" sz="1100" dirty="0">
              <a:solidFill>
                <a:srgbClr val="000000"/>
              </a:solidFill>
              <a:effectLst/>
            </a:endParaRPr>
          </a:p>
          <a:p>
            <a:pPr algn="ctr"/>
            <a:r>
              <a:rPr lang="it-IT" sz="1100" b="1" dirty="0">
                <a:solidFill>
                  <a:srgbClr val="000000"/>
                </a:solidFill>
                <a:effectLst/>
                <a:latin typeface="+mj-lt"/>
              </a:rPr>
              <a:t>HEX</a:t>
            </a:r>
            <a:r>
              <a:rPr lang="it-IT" sz="1100" dirty="0">
                <a:solidFill>
                  <a:srgbClr val="000000"/>
                </a:solidFill>
                <a:effectLst/>
              </a:rPr>
              <a:t> #FFFFFF</a:t>
            </a:r>
          </a:p>
          <a:p>
            <a:pPr algn="ctr"/>
            <a:r>
              <a:rPr lang="it-IT" sz="1100" b="1" dirty="0">
                <a:solidFill>
                  <a:srgbClr val="000000"/>
                </a:solidFill>
                <a:effectLst/>
                <a:latin typeface="+mj-lt"/>
              </a:rPr>
              <a:t>CMYK</a:t>
            </a:r>
            <a:r>
              <a:rPr lang="it-IT" sz="1100" dirty="0">
                <a:solidFill>
                  <a:srgbClr val="000000"/>
                </a:solidFill>
                <a:effectLst/>
              </a:rPr>
              <a:t> 00, 00, 00, </a:t>
            </a:r>
            <a:r>
              <a:rPr lang="it-IT" sz="1100" dirty="0">
                <a:solidFill>
                  <a:srgbClr val="000000"/>
                </a:solidFill>
              </a:rPr>
              <a:t>00</a:t>
            </a:r>
            <a:endParaRPr lang="it-IT" sz="1100" dirty="0">
              <a:solidFill>
                <a:srgbClr val="000000"/>
              </a:solidFill>
              <a:effectLst/>
            </a:endParaRP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D3554E31-91B7-F897-3678-B2ECEBF43FFC}"/>
              </a:ext>
            </a:extLst>
          </p:cNvPr>
          <p:cNvSpPr txBox="1">
            <a:spLocks/>
          </p:cNvSpPr>
          <p:nvPr/>
        </p:nvSpPr>
        <p:spPr>
          <a:xfrm>
            <a:off x="609934" y="504624"/>
            <a:ext cx="4024696" cy="528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2953F3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>
                <a:latin typeface="+mj-lt"/>
              </a:rPr>
              <a:t>Dedalus </a:t>
            </a:r>
            <a:r>
              <a:rPr lang="en-GB" dirty="0" err="1">
                <a:latin typeface="+mj-lt"/>
              </a:rPr>
              <a:t>Colors</a:t>
            </a:r>
            <a:endParaRPr lang="en-GB" dirty="0">
              <a:latin typeface="+mj-lt"/>
            </a:endParaRP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F6795B88-2CED-A66E-EFE3-2C315F3C6950}"/>
              </a:ext>
            </a:extLst>
          </p:cNvPr>
          <p:cNvSpPr txBox="1">
            <a:spLocks/>
          </p:cNvSpPr>
          <p:nvPr/>
        </p:nvSpPr>
        <p:spPr>
          <a:xfrm>
            <a:off x="7454027" y="504624"/>
            <a:ext cx="4445698" cy="528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2953F3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it-IT" sz="1200" b="0" dirty="0">
                <a:solidFill>
                  <a:srgbClr val="000000"/>
                </a:solidFill>
                <a:effectLst/>
              </a:rPr>
              <a:t>Dedalus </a:t>
            </a:r>
            <a:r>
              <a:rPr lang="it-IT" sz="1200" b="0" dirty="0" err="1">
                <a:solidFill>
                  <a:srgbClr val="000000"/>
                </a:solidFill>
                <a:effectLst/>
              </a:rPr>
              <a:t>main</a:t>
            </a:r>
            <a:r>
              <a:rPr lang="it-IT" sz="1200" b="0" dirty="0">
                <a:solidFill>
                  <a:srgbClr val="000000"/>
                </a:solidFill>
                <a:effectLst/>
              </a:rPr>
              <a:t> colors are blue, </a:t>
            </a:r>
            <a:r>
              <a:rPr lang="it-IT" sz="1200" b="0" dirty="0" err="1">
                <a:solidFill>
                  <a:srgbClr val="000000"/>
                </a:solidFill>
                <a:effectLst/>
              </a:rPr>
              <a:t>yellow</a:t>
            </a:r>
            <a:r>
              <a:rPr lang="it-IT" sz="1200" b="0" dirty="0">
                <a:solidFill>
                  <a:srgbClr val="000000"/>
                </a:solidFill>
                <a:effectLst/>
              </a:rPr>
              <a:t>, gray, black</a:t>
            </a:r>
          </a:p>
          <a:p>
            <a:r>
              <a:rPr lang="it-IT" sz="1200" b="0" dirty="0">
                <a:solidFill>
                  <a:srgbClr val="000000"/>
                </a:solidFill>
                <a:effectLst/>
              </a:rPr>
              <a:t>and white. </a:t>
            </a:r>
            <a:r>
              <a:rPr lang="it-IT" sz="1200" b="0" dirty="0" err="1">
                <a:solidFill>
                  <a:srgbClr val="000000"/>
                </a:solidFill>
                <a:effectLst/>
              </a:rPr>
              <a:t>These</a:t>
            </a:r>
            <a:r>
              <a:rPr lang="it-IT" sz="1200" b="0" dirty="0">
                <a:solidFill>
                  <a:srgbClr val="000000"/>
                </a:solidFill>
                <a:effectLst/>
              </a:rPr>
              <a:t> colors are </a:t>
            </a:r>
            <a:r>
              <a:rPr lang="it-IT" sz="1200" b="0" dirty="0" err="1">
                <a:solidFill>
                  <a:srgbClr val="000000"/>
                </a:solidFill>
                <a:effectLst/>
              </a:rPr>
              <a:t>used</a:t>
            </a:r>
            <a:r>
              <a:rPr lang="it-IT" sz="1200" b="0" dirty="0">
                <a:solidFill>
                  <a:srgbClr val="000000"/>
                </a:solidFill>
                <a:effectLst/>
              </a:rPr>
              <a:t> to </a:t>
            </a:r>
            <a:r>
              <a:rPr lang="it-IT" sz="1200" b="0" dirty="0" err="1">
                <a:solidFill>
                  <a:srgbClr val="000000"/>
                </a:solidFill>
                <a:effectLst/>
              </a:rPr>
              <a:t>provide</a:t>
            </a:r>
            <a:r>
              <a:rPr lang="it-IT" sz="1200" b="0" dirty="0">
                <a:solidFill>
                  <a:srgbClr val="000000"/>
                </a:solidFill>
                <a:effectLst/>
              </a:rPr>
              <a:t> </a:t>
            </a:r>
            <a:r>
              <a:rPr lang="it-IT" sz="1200" b="0" dirty="0" err="1">
                <a:solidFill>
                  <a:srgbClr val="000000"/>
                </a:solidFill>
                <a:effectLst/>
              </a:rPr>
              <a:t>accessibility</a:t>
            </a:r>
            <a:r>
              <a:rPr lang="it-IT" sz="1200" b="0" dirty="0">
                <a:solidFill>
                  <a:srgbClr val="000000"/>
                </a:solidFill>
                <a:effectLst/>
              </a:rPr>
              <a:t>, </a:t>
            </a:r>
            <a:r>
              <a:rPr lang="it-IT" sz="1200" b="0" dirty="0" err="1">
                <a:solidFill>
                  <a:srgbClr val="000000"/>
                </a:solidFill>
                <a:effectLst/>
              </a:rPr>
              <a:t>simplicity</a:t>
            </a:r>
            <a:r>
              <a:rPr lang="it-IT" sz="1200" b="0" dirty="0">
                <a:solidFill>
                  <a:srgbClr val="000000"/>
                </a:solidFill>
                <a:effectLst/>
              </a:rPr>
              <a:t> and </a:t>
            </a:r>
            <a:r>
              <a:rPr lang="it-IT" sz="1200" b="0" dirty="0" err="1">
                <a:solidFill>
                  <a:srgbClr val="000000"/>
                </a:solidFill>
                <a:effectLst/>
              </a:rPr>
              <a:t>consistency</a:t>
            </a:r>
            <a:r>
              <a:rPr lang="it-IT" sz="1200" b="0" dirty="0">
                <a:solidFill>
                  <a:srgbClr val="000000"/>
                </a:solidFill>
                <a:effectLst/>
              </a:rPr>
              <a:t> </a:t>
            </a:r>
            <a:r>
              <a:rPr lang="it-IT" sz="1200" b="0" dirty="0" err="1">
                <a:solidFill>
                  <a:srgbClr val="000000"/>
                </a:solidFill>
                <a:effectLst/>
              </a:rPr>
              <a:t>across</a:t>
            </a:r>
            <a:r>
              <a:rPr lang="it-IT" sz="1200" b="0" dirty="0">
                <a:solidFill>
                  <a:srgbClr val="000000"/>
                </a:solidFill>
                <a:effectLst/>
              </a:rPr>
              <a:t> </a:t>
            </a:r>
            <a:r>
              <a:rPr lang="it-IT" sz="1200" b="0" dirty="0" err="1">
                <a:solidFill>
                  <a:srgbClr val="000000"/>
                </a:solidFill>
                <a:effectLst/>
              </a:rPr>
              <a:t>all</a:t>
            </a:r>
            <a:r>
              <a:rPr lang="it-IT" sz="1200" b="0" dirty="0">
                <a:solidFill>
                  <a:srgbClr val="000000"/>
                </a:solidFill>
                <a:effectLst/>
              </a:rPr>
              <a:t> brand </a:t>
            </a:r>
            <a:r>
              <a:rPr lang="it-IT" sz="1200" b="0" dirty="0" err="1">
                <a:solidFill>
                  <a:srgbClr val="000000"/>
                </a:solidFill>
                <a:effectLst/>
              </a:rPr>
              <a:t>communications</a:t>
            </a:r>
            <a:r>
              <a:rPr lang="it-IT" sz="1200" b="0" dirty="0">
                <a:solidFill>
                  <a:srgbClr val="000000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7340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D8F876-EB73-AB3D-9BB9-7E2528FD25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5400" dirty="0"/>
              <a:t>This is a section headline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BDB7AE6-1B65-A370-7651-6C2F76294E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This is a subtitle</a:t>
            </a:r>
          </a:p>
        </p:txBody>
      </p:sp>
      <p:sp>
        <p:nvSpPr>
          <p:cNvPr id="7" name="Segnaposto numero diapositiva 2">
            <a:extLst>
              <a:ext uri="{FF2B5EF4-FFF2-40B4-BE49-F238E27FC236}">
                <a16:creationId xmlns:a16="http://schemas.microsoft.com/office/drawing/2014/main" id="{FD025BC4-C084-7D06-AD45-67079155D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7913"/>
            <a:ext cx="683623" cy="70008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6193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98AD6296-8E5B-406D-9F92-D31FD73E6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0" dirty="0" err="1"/>
              <a:t>Quotations</a:t>
            </a:r>
            <a:r>
              <a:rPr lang="it-IT" b="0" dirty="0"/>
              <a:t> are </a:t>
            </a:r>
            <a:r>
              <a:rPr lang="it-IT" b="0" dirty="0" err="1"/>
              <a:t>commonly</a:t>
            </a:r>
            <a:r>
              <a:rPr lang="it-IT" b="0" dirty="0"/>
              <a:t> printed </a:t>
            </a:r>
            <a:r>
              <a:rPr lang="it-IT" b="0" dirty="0" err="1"/>
              <a:t>as</a:t>
            </a:r>
            <a:r>
              <a:rPr lang="it-IT" b="0" dirty="0"/>
              <a:t> a </a:t>
            </a:r>
            <a:r>
              <a:rPr lang="it-IT" b="0" dirty="0" err="1"/>
              <a:t>means</a:t>
            </a:r>
            <a:r>
              <a:rPr lang="it-IT" b="0" dirty="0"/>
              <a:t> of </a:t>
            </a:r>
            <a:r>
              <a:rPr lang="it-IT" b="0" dirty="0" err="1"/>
              <a:t>inspiration</a:t>
            </a:r>
            <a:r>
              <a:rPr lang="it-IT" b="0" dirty="0"/>
              <a:t> and to </a:t>
            </a:r>
            <a:r>
              <a:rPr lang="it-IT" b="0" dirty="0" err="1"/>
              <a:t>invoke</a:t>
            </a:r>
            <a:r>
              <a:rPr lang="it-IT" b="0" dirty="0"/>
              <a:t> </a:t>
            </a:r>
            <a:r>
              <a:rPr lang="it-IT" b="0" dirty="0" err="1"/>
              <a:t>philosophical</a:t>
            </a:r>
            <a:r>
              <a:rPr lang="it-IT" b="0" dirty="0"/>
              <a:t> </a:t>
            </a:r>
            <a:r>
              <a:rPr lang="it-IT" b="0" dirty="0" err="1"/>
              <a:t>thoughts</a:t>
            </a:r>
            <a:r>
              <a:rPr lang="it-IT" b="0" dirty="0"/>
              <a:t> from the reader.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12ED7509-77B6-35CB-334C-81F0216B19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7913"/>
            <a:ext cx="683623" cy="70008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3150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A03AA5-350C-E410-8E7D-95DDEB919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89,526,124</a:t>
            </a:r>
            <a:br>
              <a:rPr lang="en-GB" dirty="0"/>
            </a:br>
            <a:r>
              <a:rPr lang="it-IT" sz="3600" dirty="0" err="1">
                <a:solidFill>
                  <a:srgbClr val="FFBE00"/>
                </a:solidFill>
                <a:latin typeface="+mj-lt"/>
              </a:rPr>
              <a:t>This</a:t>
            </a:r>
            <a:r>
              <a:rPr lang="it-IT" sz="3600" dirty="0">
                <a:solidFill>
                  <a:srgbClr val="FFBE00"/>
                </a:solidFill>
                <a:latin typeface="+mj-lt"/>
              </a:rPr>
              <a:t> </a:t>
            </a:r>
            <a:r>
              <a:rPr lang="it-IT" sz="3600" dirty="0" err="1">
                <a:solidFill>
                  <a:srgbClr val="FFBE00"/>
                </a:solidFill>
                <a:latin typeface="+mj-lt"/>
              </a:rPr>
              <a:t>is</a:t>
            </a:r>
            <a:r>
              <a:rPr lang="it-IT" sz="3600" dirty="0">
                <a:solidFill>
                  <a:srgbClr val="FFBE00"/>
                </a:solidFill>
                <a:latin typeface="+mj-lt"/>
              </a:rPr>
              <a:t> a big </a:t>
            </a:r>
            <a:r>
              <a:rPr lang="it-IT" sz="3600" dirty="0" err="1">
                <a:solidFill>
                  <a:srgbClr val="FFBE00"/>
                </a:solidFill>
                <a:latin typeface="+mj-lt"/>
              </a:rPr>
              <a:t>number</a:t>
            </a:r>
            <a:r>
              <a:rPr lang="it-IT" sz="3600" dirty="0">
                <a:solidFill>
                  <a:srgbClr val="FFBE00"/>
                </a:solidFill>
                <a:latin typeface="+mj-lt"/>
              </a:rPr>
              <a:t> with some </a:t>
            </a:r>
            <a:r>
              <a:rPr lang="it-IT" sz="3600" dirty="0" err="1">
                <a:solidFill>
                  <a:srgbClr val="FFBE00"/>
                </a:solidFill>
                <a:latin typeface="+mj-lt"/>
              </a:rPr>
              <a:t>explanation</a:t>
            </a:r>
            <a:r>
              <a:rPr lang="it-IT" sz="3600" dirty="0">
                <a:solidFill>
                  <a:srgbClr val="FFBE00"/>
                </a:solidFill>
                <a:latin typeface="+mj-lt"/>
              </a:rPr>
              <a:t> </a:t>
            </a:r>
            <a:r>
              <a:rPr lang="it-IT" sz="3600" dirty="0" err="1">
                <a:solidFill>
                  <a:srgbClr val="FFBE00"/>
                </a:solidFill>
                <a:latin typeface="+mj-lt"/>
              </a:rPr>
              <a:t>below</a:t>
            </a:r>
            <a:r>
              <a:rPr lang="it-IT" sz="3600" dirty="0">
                <a:solidFill>
                  <a:srgbClr val="FFBE00"/>
                </a:solidFill>
                <a:latin typeface="+mj-lt"/>
              </a:rPr>
              <a:t>.</a:t>
            </a:r>
            <a:endParaRPr lang="en-GB" dirty="0">
              <a:solidFill>
                <a:srgbClr val="FFBE00"/>
              </a:solidFill>
            </a:endParaRP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A4F7816-1547-D13E-8530-C02A8A541C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366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D1372C-C9EC-F007-C6D0-CDD3509E8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t-IT" dirty="0"/>
              <a:t>Here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a list of items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it-IT" dirty="0"/>
              <a:t>And some text</a:t>
            </a:r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lang="it-IT" dirty="0"/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it-IT" dirty="0"/>
              <a:t>But </a:t>
            </a:r>
            <a:r>
              <a:rPr lang="it-IT" dirty="0" err="1"/>
              <a:t>remember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to </a:t>
            </a:r>
            <a:r>
              <a:rPr lang="it-IT" dirty="0" err="1"/>
              <a:t>overload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slides with </a:t>
            </a:r>
            <a:r>
              <a:rPr lang="it-IT" dirty="0" err="1"/>
              <a:t>content</a:t>
            </a:r>
            <a:endParaRPr lang="it-IT" dirty="0"/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dirty="0"/>
              <a:t>Your audience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listen</a:t>
            </a:r>
            <a:r>
              <a:rPr lang="it-IT" dirty="0"/>
              <a:t> to </a:t>
            </a:r>
            <a:r>
              <a:rPr lang="it-IT" dirty="0" err="1"/>
              <a:t>you</a:t>
            </a:r>
            <a:r>
              <a:rPr lang="it-IT" dirty="0"/>
              <a:t> or </a:t>
            </a:r>
            <a:r>
              <a:rPr lang="it-IT" dirty="0" err="1"/>
              <a:t>read</a:t>
            </a:r>
            <a:r>
              <a:rPr lang="it-IT" dirty="0"/>
              <a:t> the </a:t>
            </a:r>
            <a:r>
              <a:rPr lang="it-IT" dirty="0" err="1"/>
              <a:t>content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won’t</a:t>
            </a:r>
            <a:r>
              <a:rPr lang="it-IT" dirty="0"/>
              <a:t> do </a:t>
            </a:r>
            <a:r>
              <a:rPr lang="it-IT" dirty="0" err="1"/>
              <a:t>both</a:t>
            </a:r>
            <a:r>
              <a:rPr lang="it-IT" dirty="0"/>
              <a:t>. </a:t>
            </a:r>
          </a:p>
          <a:p>
            <a:pPr marL="101598" indent="0">
              <a:buNone/>
            </a:pPr>
            <a:endParaRPr lang="en-GB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8E070AD-9963-C371-23A4-60A5DB24C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is a slide Title</a:t>
            </a:r>
          </a:p>
        </p:txBody>
      </p:sp>
      <p:sp>
        <p:nvSpPr>
          <p:cNvPr id="5" name="Segnaposto numero diapositiva 2">
            <a:extLst>
              <a:ext uri="{FF2B5EF4-FFF2-40B4-BE49-F238E27FC236}">
                <a16:creationId xmlns:a16="http://schemas.microsoft.com/office/drawing/2014/main" id="{FEDB7CD6-13EE-2990-88A6-48CD55699A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8833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CE66041-B695-3F53-92CC-0B78E706C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b="1" dirty="0">
                <a:solidFill>
                  <a:srgbClr val="FFBE00"/>
                </a:solidFill>
              </a:rPr>
              <a:t>White</a:t>
            </a: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dirty="0" err="1"/>
              <a:t>Is</a:t>
            </a:r>
            <a:r>
              <a:rPr lang="it-IT" dirty="0"/>
              <a:t> the color of </a:t>
            </a:r>
            <a:r>
              <a:rPr lang="it-IT" dirty="0" err="1"/>
              <a:t>milk</a:t>
            </a:r>
            <a:r>
              <a:rPr lang="it-IT" dirty="0"/>
              <a:t> and </a:t>
            </a:r>
            <a:r>
              <a:rPr lang="it-IT" dirty="0" err="1"/>
              <a:t>fresh</a:t>
            </a:r>
            <a:r>
              <a:rPr lang="it-IT" dirty="0"/>
              <a:t> </a:t>
            </a:r>
            <a:r>
              <a:rPr lang="it-IT" dirty="0" err="1"/>
              <a:t>snow</a:t>
            </a:r>
            <a:r>
              <a:rPr lang="it-IT" dirty="0"/>
              <a:t>, the color </a:t>
            </a:r>
            <a:r>
              <a:rPr lang="it-IT" dirty="0" err="1"/>
              <a:t>produced</a:t>
            </a:r>
            <a:r>
              <a:rPr lang="it-IT" dirty="0"/>
              <a:t> by the </a:t>
            </a:r>
            <a:r>
              <a:rPr lang="it-IT" dirty="0" err="1"/>
              <a:t>combination</a:t>
            </a:r>
            <a:r>
              <a:rPr lang="it-IT" dirty="0"/>
              <a:t> of </a:t>
            </a:r>
            <a:r>
              <a:rPr lang="it-IT" dirty="0" err="1"/>
              <a:t>all</a:t>
            </a:r>
            <a:r>
              <a:rPr lang="it-IT" dirty="0"/>
              <a:t> the colors of the </a:t>
            </a:r>
            <a:r>
              <a:rPr lang="it-IT" dirty="0" err="1"/>
              <a:t>visible</a:t>
            </a:r>
            <a:r>
              <a:rPr lang="it-IT" dirty="0"/>
              <a:t> </a:t>
            </a:r>
            <a:r>
              <a:rPr lang="it-IT" dirty="0" err="1"/>
              <a:t>spectrum</a:t>
            </a:r>
            <a:r>
              <a:rPr lang="it-IT" dirty="0"/>
              <a:t>.</a:t>
            </a:r>
          </a:p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9F976A8-0D6D-015E-5B01-A99DA39F2BF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b="1" dirty="0">
                <a:solidFill>
                  <a:srgbClr val="FFBE00"/>
                </a:solidFill>
              </a:rPr>
              <a:t>Black</a:t>
            </a: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dirty="0" err="1"/>
              <a:t>Is</a:t>
            </a:r>
            <a:r>
              <a:rPr lang="it-IT" dirty="0"/>
              <a:t> the color of </a:t>
            </a:r>
            <a:r>
              <a:rPr lang="it-IT" dirty="0" err="1"/>
              <a:t>ebony</a:t>
            </a:r>
            <a:r>
              <a:rPr lang="it-IT" dirty="0"/>
              <a:t> and of </a:t>
            </a:r>
            <a:r>
              <a:rPr lang="it-IT" dirty="0" err="1"/>
              <a:t>outer</a:t>
            </a:r>
            <a:r>
              <a:rPr lang="it-IT" dirty="0"/>
              <a:t> </a:t>
            </a:r>
            <a:r>
              <a:rPr lang="it-IT" dirty="0" err="1"/>
              <a:t>space</a:t>
            </a:r>
            <a:r>
              <a:rPr lang="it-IT" dirty="0"/>
              <a:t>.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been</a:t>
            </a:r>
            <a:r>
              <a:rPr lang="it-IT" dirty="0"/>
              <a:t> the </a:t>
            </a:r>
            <a:r>
              <a:rPr lang="it-IT" dirty="0" err="1"/>
              <a:t>symbolic</a:t>
            </a:r>
            <a:r>
              <a:rPr lang="it-IT" dirty="0"/>
              <a:t> color of </a:t>
            </a:r>
            <a:r>
              <a:rPr lang="it-IT" dirty="0" err="1"/>
              <a:t>elegance</a:t>
            </a:r>
            <a:r>
              <a:rPr lang="it-IT" dirty="0"/>
              <a:t>, </a:t>
            </a:r>
            <a:r>
              <a:rPr lang="it-IT" dirty="0" err="1"/>
              <a:t>solemnity</a:t>
            </a:r>
            <a:r>
              <a:rPr lang="it-IT" dirty="0"/>
              <a:t> and authority.</a:t>
            </a:r>
          </a:p>
          <a:p>
            <a:endParaRPr lang="en-GB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65D26CF-FA02-E1B8-0CE5-4C86377D2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You can also split your content</a:t>
            </a:r>
            <a:endParaRPr lang="en-GB" dirty="0"/>
          </a:p>
        </p:txBody>
      </p:sp>
      <p:sp>
        <p:nvSpPr>
          <p:cNvPr id="6" name="Segnaposto numero diapositiva 2">
            <a:extLst>
              <a:ext uri="{FF2B5EF4-FFF2-40B4-BE49-F238E27FC236}">
                <a16:creationId xmlns:a16="http://schemas.microsoft.com/office/drawing/2014/main" id="{1D213378-A566-E82A-FFE8-7EEB92508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303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A65DF48-97B6-EBFE-680D-88FE7227B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b="1" dirty="0">
                <a:solidFill>
                  <a:srgbClr val="FFBE00"/>
                </a:solidFill>
              </a:rPr>
              <a:t>Yellow</a:t>
            </a: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dirty="0" err="1"/>
              <a:t>Is</a:t>
            </a:r>
            <a:r>
              <a:rPr lang="it-IT" dirty="0"/>
              <a:t> the color of </a:t>
            </a:r>
            <a:r>
              <a:rPr lang="it-IT" dirty="0" err="1"/>
              <a:t>gold</a:t>
            </a:r>
            <a:r>
              <a:rPr lang="it-IT" dirty="0"/>
              <a:t>, </a:t>
            </a:r>
            <a:r>
              <a:rPr lang="it-IT" dirty="0" err="1"/>
              <a:t>butter</a:t>
            </a:r>
            <a:r>
              <a:rPr lang="it-IT" dirty="0"/>
              <a:t> and ripe </a:t>
            </a:r>
            <a:r>
              <a:rPr lang="it-IT" dirty="0" err="1"/>
              <a:t>lemons</a:t>
            </a:r>
            <a:r>
              <a:rPr lang="it-IT" dirty="0"/>
              <a:t>. In the </a:t>
            </a:r>
            <a:r>
              <a:rPr lang="it-IT" dirty="0" err="1"/>
              <a:t>spectrum</a:t>
            </a:r>
            <a:r>
              <a:rPr lang="it-IT" dirty="0"/>
              <a:t> of </a:t>
            </a:r>
            <a:r>
              <a:rPr lang="it-IT" dirty="0" err="1"/>
              <a:t>visible</a:t>
            </a:r>
            <a:r>
              <a:rPr lang="it-IT" dirty="0"/>
              <a:t> light, </a:t>
            </a:r>
            <a:r>
              <a:rPr lang="it-IT" dirty="0" err="1"/>
              <a:t>yellow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found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green and </a:t>
            </a:r>
            <a:r>
              <a:rPr lang="it-IT" dirty="0" err="1"/>
              <a:t>orange</a:t>
            </a:r>
            <a:r>
              <a:rPr lang="it-IT" dirty="0"/>
              <a:t>.</a:t>
            </a:r>
          </a:p>
          <a:p>
            <a:endParaRPr lang="en-GB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AB8EF4E-FF64-B4A3-5046-349746DBE75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b="1" dirty="0">
                <a:solidFill>
                  <a:srgbClr val="FFBE00"/>
                </a:solidFill>
              </a:rPr>
              <a:t>Blue</a:t>
            </a: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colour</a:t>
            </a:r>
            <a:r>
              <a:rPr lang="it-IT" dirty="0"/>
              <a:t> of the clear </a:t>
            </a:r>
            <a:r>
              <a:rPr lang="it-IT" dirty="0" err="1"/>
              <a:t>sky</a:t>
            </a:r>
            <a:r>
              <a:rPr lang="it-IT" dirty="0"/>
              <a:t> and the deep </a:t>
            </a:r>
            <a:r>
              <a:rPr lang="it-IT" dirty="0" err="1"/>
              <a:t>sea</a:t>
            </a:r>
            <a:r>
              <a:rPr lang="it-IT" dirty="0"/>
              <a:t>.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located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violet</a:t>
            </a:r>
            <a:r>
              <a:rPr lang="it-IT" dirty="0"/>
              <a:t> and green on the optical </a:t>
            </a:r>
            <a:r>
              <a:rPr lang="it-IT" dirty="0" err="1"/>
              <a:t>spectrum</a:t>
            </a:r>
            <a:r>
              <a:rPr lang="it-IT" dirty="0"/>
              <a:t>.</a:t>
            </a:r>
          </a:p>
          <a:p>
            <a:endParaRPr lang="en-GB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5CCDB89-4308-3CF1-C554-78206C5DA2C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b="1" dirty="0">
                <a:solidFill>
                  <a:srgbClr val="FFBE00"/>
                </a:solidFill>
              </a:rPr>
              <a:t>Red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it-IT" dirty="0" err="1"/>
              <a:t>Is</a:t>
            </a:r>
            <a:r>
              <a:rPr lang="it-IT" dirty="0"/>
              <a:t> the color of </a:t>
            </a:r>
            <a:r>
              <a:rPr lang="it-IT" dirty="0" err="1"/>
              <a:t>blood</a:t>
            </a:r>
            <a:r>
              <a:rPr lang="it-IT" dirty="0"/>
              <a:t>, and </a:t>
            </a:r>
            <a:r>
              <a:rPr lang="it-IT" dirty="0" err="1"/>
              <a:t>because</a:t>
            </a:r>
            <a:r>
              <a:rPr lang="it-IT" dirty="0"/>
              <a:t> of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historically</a:t>
            </a:r>
            <a:r>
              <a:rPr lang="it-IT" dirty="0"/>
              <a:t> </a:t>
            </a:r>
            <a:r>
              <a:rPr lang="it-IT" dirty="0" err="1"/>
              <a:t>been</a:t>
            </a:r>
            <a:r>
              <a:rPr lang="it-IT" dirty="0"/>
              <a:t> </a:t>
            </a:r>
            <a:r>
              <a:rPr lang="it-IT" dirty="0" err="1"/>
              <a:t>associated</a:t>
            </a:r>
            <a:r>
              <a:rPr lang="it-IT" dirty="0"/>
              <a:t> with </a:t>
            </a:r>
            <a:r>
              <a:rPr lang="it-IT" dirty="0" err="1"/>
              <a:t>sacrifice</a:t>
            </a:r>
            <a:r>
              <a:rPr lang="it-IT" dirty="0"/>
              <a:t>, </a:t>
            </a:r>
            <a:r>
              <a:rPr lang="it-IT" dirty="0" err="1"/>
              <a:t>danger</a:t>
            </a:r>
            <a:r>
              <a:rPr lang="it-IT" dirty="0"/>
              <a:t> and </a:t>
            </a:r>
            <a:r>
              <a:rPr lang="it-IT" dirty="0" err="1"/>
              <a:t>courage</a:t>
            </a:r>
            <a:r>
              <a:rPr lang="it-IT" dirty="0"/>
              <a:t>. </a:t>
            </a: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lang="it-IT" dirty="0"/>
          </a:p>
          <a:p>
            <a:endParaRPr lang="en-GB" dirty="0"/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28BC376A-5BDF-2976-C034-A38A58D41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 two or three </a:t>
            </a:r>
            <a:r>
              <a:rPr lang="en-GB" dirty="0" err="1"/>
              <a:t>colums</a:t>
            </a:r>
            <a:endParaRPr lang="en-GB" dirty="0"/>
          </a:p>
        </p:txBody>
      </p:sp>
      <p:sp>
        <p:nvSpPr>
          <p:cNvPr id="7" name="Segnaposto numero diapositiva 2">
            <a:extLst>
              <a:ext uri="{FF2B5EF4-FFF2-40B4-BE49-F238E27FC236}">
                <a16:creationId xmlns:a16="http://schemas.microsoft.com/office/drawing/2014/main" id="{E5B42282-3908-CB0A-DAB0-67ABBFAC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6695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9613DD-2B16-A871-21F6-5D2D10C5B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A picture is worth a thousand words</a:t>
            </a:r>
            <a:endParaRPr lang="en-GB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29958D0-8310-8A5B-151A-FCFDEE588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5464" indent="0">
              <a:buNone/>
            </a:pPr>
            <a:r>
              <a:rPr lang="it-IT" sz="2800" dirty="0"/>
              <a:t>A </a:t>
            </a:r>
            <a:r>
              <a:rPr lang="it-IT" sz="2800" dirty="0" err="1"/>
              <a:t>complex</a:t>
            </a:r>
            <a:r>
              <a:rPr lang="it-IT" sz="2800" dirty="0"/>
              <a:t> idea can be </a:t>
            </a:r>
            <a:r>
              <a:rPr lang="it-IT" sz="2800" dirty="0" err="1"/>
              <a:t>conveyed</a:t>
            </a:r>
            <a:r>
              <a:rPr lang="it-IT" sz="2800" dirty="0"/>
              <a:t> with just a single </a:t>
            </a:r>
            <a:r>
              <a:rPr lang="it-IT" sz="2800" dirty="0" err="1"/>
              <a:t>still</a:t>
            </a:r>
            <a:r>
              <a:rPr lang="it-IT" sz="2800" dirty="0"/>
              <a:t> image, </a:t>
            </a:r>
            <a:r>
              <a:rPr lang="it-IT" sz="2800" dirty="0" err="1"/>
              <a:t>namely</a:t>
            </a:r>
            <a:r>
              <a:rPr lang="it-IT" sz="2800" dirty="0"/>
              <a:t> making </a:t>
            </a:r>
            <a:r>
              <a:rPr lang="it-IT" sz="2800" dirty="0" err="1"/>
              <a:t>it</a:t>
            </a:r>
            <a:r>
              <a:rPr lang="it-IT" sz="2800" dirty="0"/>
              <a:t> </a:t>
            </a:r>
            <a:r>
              <a:rPr lang="it-IT" sz="2800" dirty="0" err="1"/>
              <a:t>possible</a:t>
            </a:r>
            <a:r>
              <a:rPr lang="it-IT" sz="2800" dirty="0"/>
              <a:t> to </a:t>
            </a:r>
            <a:r>
              <a:rPr lang="it-IT" sz="2800" dirty="0" err="1"/>
              <a:t>absorb</a:t>
            </a:r>
            <a:r>
              <a:rPr lang="it-IT" sz="2800" dirty="0"/>
              <a:t> large </a:t>
            </a:r>
            <a:r>
              <a:rPr lang="it-IT" sz="2800" dirty="0" err="1"/>
              <a:t>amounts</a:t>
            </a:r>
            <a:r>
              <a:rPr lang="it-IT" sz="2800" dirty="0"/>
              <a:t> of data </a:t>
            </a:r>
            <a:r>
              <a:rPr lang="it-IT" sz="2800" dirty="0" err="1"/>
              <a:t>quickly</a:t>
            </a:r>
            <a:r>
              <a:rPr lang="it-IT" sz="2800" dirty="0"/>
              <a:t>.</a:t>
            </a:r>
          </a:p>
          <a:p>
            <a:pPr marL="135464" indent="0">
              <a:buNone/>
            </a:pPr>
            <a:endParaRPr lang="en-GB" dirty="0"/>
          </a:p>
        </p:txBody>
      </p:sp>
      <p:pic>
        <p:nvPicPr>
          <p:cNvPr id="8" name="Segnaposto immagine 7">
            <a:extLst>
              <a:ext uri="{FF2B5EF4-FFF2-40B4-BE49-F238E27FC236}">
                <a16:creationId xmlns:a16="http://schemas.microsoft.com/office/drawing/2014/main" id="{80B997B1-872F-4358-B308-A9A67BD1A8A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0744" b="10744"/>
          <a:stretch>
            <a:fillRect/>
          </a:stretch>
        </p:blipFill>
        <p:spPr>
          <a:xfrm>
            <a:off x="6416929" y="315625"/>
            <a:ext cx="5475715" cy="5843440"/>
          </a:xfrm>
          <a:prstGeom prst="roundRect">
            <a:avLst>
              <a:gd name="adj" fmla="val 3673"/>
            </a:avLst>
          </a:prstGeom>
        </p:spPr>
      </p:pic>
      <p:pic>
        <p:nvPicPr>
          <p:cNvPr id="4" name="Segnaposto immagine 7">
            <a:extLst>
              <a:ext uri="{FF2B5EF4-FFF2-40B4-BE49-F238E27FC236}">
                <a16:creationId xmlns:a16="http://schemas.microsoft.com/office/drawing/2014/main" id="{E9EFE5B0-0022-441A-5538-416E52A7D1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744" b="10744"/>
          <a:stretch>
            <a:fillRect/>
          </a:stretch>
        </p:blipFill>
        <p:spPr>
          <a:xfrm>
            <a:off x="6416929" y="315625"/>
            <a:ext cx="5475715" cy="5843440"/>
          </a:xfrm>
          <a:prstGeom prst="roundRect">
            <a:avLst>
              <a:gd name="adj" fmla="val 3673"/>
            </a:avLst>
          </a:prstGeom>
        </p:spPr>
      </p:pic>
      <p:sp>
        <p:nvSpPr>
          <p:cNvPr id="10" name="Segnaposto numero diapositiva 2">
            <a:extLst>
              <a:ext uri="{FF2B5EF4-FFF2-40B4-BE49-F238E27FC236}">
                <a16:creationId xmlns:a16="http://schemas.microsoft.com/office/drawing/2014/main" id="{76D5D4BE-B4BD-1ABF-0DB0-0DDF1737D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5939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C9FC0F0-0027-86B9-8419-171129CE2939}"/>
              </a:ext>
            </a:extLst>
          </p:cNvPr>
          <p:cNvSpPr txBox="1"/>
          <p:nvPr/>
        </p:nvSpPr>
        <p:spPr>
          <a:xfrm>
            <a:off x="5711252" y="8994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pic>
        <p:nvPicPr>
          <p:cNvPr id="7" name="Segnaposto immagine 6">
            <a:extLst>
              <a:ext uri="{FF2B5EF4-FFF2-40B4-BE49-F238E27FC236}">
                <a16:creationId xmlns:a16="http://schemas.microsoft.com/office/drawing/2014/main" id="{E90552E8-20D1-12BB-BF89-D74DC5B1D79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7809" b="7809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8" name="Titolo 1">
            <a:extLst>
              <a:ext uri="{FF2B5EF4-FFF2-40B4-BE49-F238E27FC236}">
                <a16:creationId xmlns:a16="http://schemas.microsoft.com/office/drawing/2014/main" id="{527183CF-6A97-D059-F903-2DD8D286DADB}"/>
              </a:ext>
            </a:extLst>
          </p:cNvPr>
          <p:cNvSpPr txBox="1">
            <a:spLocks/>
          </p:cNvSpPr>
          <p:nvPr/>
        </p:nvSpPr>
        <p:spPr>
          <a:xfrm>
            <a:off x="715950" y="2677575"/>
            <a:ext cx="5380050" cy="150285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2953F3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" dirty="0">
                <a:solidFill>
                  <a:schemeClr val="bg1"/>
                </a:solidFill>
                <a:latin typeface="+mj-lt"/>
              </a:rPr>
              <a:t>Want big impact?</a:t>
            </a:r>
          </a:p>
          <a:p>
            <a:r>
              <a:rPr lang="en" dirty="0">
                <a:solidFill>
                  <a:schemeClr val="bg1"/>
                </a:solidFill>
                <a:latin typeface="+mj-lt"/>
              </a:rPr>
              <a:t>Use big image.</a:t>
            </a:r>
          </a:p>
        </p:txBody>
      </p:sp>
    </p:spTree>
    <p:extLst>
      <p:ext uri="{BB962C8B-B14F-4D97-AF65-F5344CB8AC3E}">
        <p14:creationId xmlns:p14="http://schemas.microsoft.com/office/powerpoint/2010/main" val="3320215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AC97D6E7-2245-B3A8-62D9-E5FC4F92B19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96302208"/>
              </p:ext>
            </p:extLst>
          </p:nvPr>
        </p:nvGraphicFramePr>
        <p:xfrm>
          <a:off x="609600" y="1459987"/>
          <a:ext cx="10972800" cy="4373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olo 1">
            <a:extLst>
              <a:ext uri="{FF2B5EF4-FFF2-40B4-BE49-F238E27FC236}">
                <a16:creationId xmlns:a16="http://schemas.microsoft.com/office/drawing/2014/main" id="{AB140911-8079-E1DC-D318-9B2A9CF0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diagrams to explain your ideas</a:t>
            </a:r>
          </a:p>
        </p:txBody>
      </p:sp>
      <p:sp>
        <p:nvSpPr>
          <p:cNvPr id="6" name="Segnaposto numero diapositiva 2">
            <a:extLst>
              <a:ext uri="{FF2B5EF4-FFF2-40B4-BE49-F238E27FC236}">
                <a16:creationId xmlns:a16="http://schemas.microsoft.com/office/drawing/2014/main" id="{1AED99C6-037C-2D24-53CF-E60ACAA59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4408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140911-8079-E1DC-D318-9B2A9CF0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And tables to compare data</a:t>
            </a:r>
          </a:p>
        </p:txBody>
      </p:sp>
      <p:graphicFrame>
        <p:nvGraphicFramePr>
          <p:cNvPr id="9" name="Google Shape;202;p24">
            <a:extLst>
              <a:ext uri="{FF2B5EF4-FFF2-40B4-BE49-F238E27FC236}">
                <a16:creationId xmlns:a16="http://schemas.microsoft.com/office/drawing/2014/main" id="{2AE9D282-B2B3-CCC6-14EA-9443F5813B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6405187"/>
              </p:ext>
            </p:extLst>
          </p:nvPr>
        </p:nvGraphicFramePr>
        <p:xfrm>
          <a:off x="609933" y="1474542"/>
          <a:ext cx="10972132" cy="3908915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2743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0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178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Montserrat Light"/>
                        <a:cs typeface="Calibri" panose="020F0502020204030204" pitchFamily="34" charset="0"/>
                        <a:sym typeface="Montserrat Light"/>
                      </a:endParaRPr>
                    </a:p>
                  </a:txBody>
                  <a:tcPr marL="91425" marR="91425" marT="68575" marB="6857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bg1"/>
                          </a:solidFill>
                          <a:sym typeface="Montserrat Light"/>
                        </a:rPr>
                        <a:t>A</a:t>
                      </a:r>
                      <a:endParaRPr sz="18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Montserrat Light"/>
                        <a:cs typeface="Calibri" panose="020F0502020204030204" pitchFamily="34" charset="0"/>
                        <a:sym typeface="Montserrat Ligh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bg1"/>
                          </a:solidFill>
                          <a:sym typeface="Montserrat Light"/>
                        </a:rPr>
                        <a:t>B</a:t>
                      </a:r>
                      <a:endParaRPr sz="18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Montserrat Light"/>
                        <a:cs typeface="Calibri" panose="020F0502020204030204" pitchFamily="34" charset="0"/>
                        <a:sym typeface="Montserrat Ligh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bg1"/>
                          </a:solidFill>
                          <a:sym typeface="Montserrat Light"/>
                        </a:rPr>
                        <a:t>C</a:t>
                      </a:r>
                      <a:endParaRPr sz="18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Montserrat Light"/>
                        <a:cs typeface="Calibri" panose="020F0502020204030204" pitchFamily="34" charset="0"/>
                        <a:sym typeface="Montserrat Ligh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783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dk1"/>
                          </a:solidFill>
                          <a:sym typeface="Montserrat Light"/>
                        </a:rPr>
                        <a:t>Yellow</a:t>
                      </a:r>
                      <a:endParaRPr sz="1800" dirty="0">
                        <a:solidFill>
                          <a:schemeClr val="dk1"/>
                        </a:solidFill>
                        <a:latin typeface="+mn-lt"/>
                        <a:ea typeface="Montserrat Light"/>
                        <a:cs typeface="Calibri" panose="020F0502020204030204" pitchFamily="34" charset="0"/>
                        <a:sym typeface="Montserrat Ligh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chemeClr val="dk1"/>
                          </a:solidFill>
                          <a:sym typeface="Montserrat"/>
                        </a:rPr>
                        <a:t>10</a:t>
                      </a:r>
                      <a:endParaRPr sz="1400" b="1" dirty="0">
                        <a:solidFill>
                          <a:schemeClr val="dk1"/>
                        </a:solidFill>
                        <a:latin typeface="+mn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chemeClr val="dk1"/>
                          </a:solidFill>
                          <a:sym typeface="Montserrat"/>
                        </a:rPr>
                        <a:t>20</a:t>
                      </a:r>
                      <a:endParaRPr sz="1400" b="1" dirty="0">
                        <a:solidFill>
                          <a:schemeClr val="dk1"/>
                        </a:solidFill>
                        <a:latin typeface="+mn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chemeClr val="dk1"/>
                          </a:solidFill>
                          <a:sym typeface="Montserrat"/>
                        </a:rPr>
                        <a:t>7</a:t>
                      </a:r>
                      <a:endParaRPr sz="1400" b="1" dirty="0">
                        <a:solidFill>
                          <a:schemeClr val="dk1"/>
                        </a:solidFill>
                        <a:latin typeface="+mn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783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dk1"/>
                          </a:solidFill>
                          <a:sym typeface="Montserrat Light"/>
                        </a:rPr>
                        <a:t>Blue</a:t>
                      </a:r>
                      <a:endParaRPr sz="1800" dirty="0">
                        <a:solidFill>
                          <a:schemeClr val="dk1"/>
                        </a:solidFill>
                        <a:latin typeface="+mn-lt"/>
                        <a:ea typeface="Montserrat Light"/>
                        <a:cs typeface="Calibri" panose="020F0502020204030204" pitchFamily="34" charset="0"/>
                        <a:sym typeface="Montserrat Ligh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chemeClr val="dk1"/>
                          </a:solidFill>
                          <a:sym typeface="Montserrat"/>
                        </a:rPr>
                        <a:t>30</a:t>
                      </a:r>
                      <a:endParaRPr sz="1400" b="1" dirty="0">
                        <a:solidFill>
                          <a:schemeClr val="dk1"/>
                        </a:solidFill>
                        <a:latin typeface="+mn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chemeClr val="dk1"/>
                          </a:solidFill>
                          <a:sym typeface="Montserrat"/>
                        </a:rPr>
                        <a:t>15</a:t>
                      </a:r>
                      <a:endParaRPr sz="1400" b="1" dirty="0">
                        <a:solidFill>
                          <a:schemeClr val="dk1"/>
                        </a:solidFill>
                        <a:latin typeface="+mn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chemeClr val="dk1"/>
                          </a:solidFill>
                          <a:sym typeface="Montserrat"/>
                        </a:rPr>
                        <a:t>10</a:t>
                      </a:r>
                      <a:endParaRPr sz="1400" b="1" dirty="0">
                        <a:solidFill>
                          <a:schemeClr val="dk1"/>
                        </a:solidFill>
                        <a:latin typeface="+mn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783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dk1"/>
                          </a:solidFill>
                          <a:sym typeface="Montserrat Light"/>
                        </a:rPr>
                        <a:t>Orange</a:t>
                      </a:r>
                      <a:endParaRPr sz="1800" dirty="0">
                        <a:solidFill>
                          <a:schemeClr val="dk1"/>
                        </a:solidFill>
                        <a:latin typeface="+mn-lt"/>
                        <a:ea typeface="Montserrat Light"/>
                        <a:cs typeface="Calibri" panose="020F0502020204030204" pitchFamily="34" charset="0"/>
                        <a:sym typeface="Montserrat Ligh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chemeClr val="dk1"/>
                          </a:solidFill>
                          <a:sym typeface="Montserrat"/>
                        </a:rPr>
                        <a:t>5</a:t>
                      </a:r>
                      <a:endParaRPr sz="1400" b="1" dirty="0">
                        <a:solidFill>
                          <a:schemeClr val="dk1"/>
                        </a:solidFill>
                        <a:latin typeface="+mn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chemeClr val="dk1"/>
                          </a:solidFill>
                          <a:sym typeface="Montserrat"/>
                        </a:rPr>
                        <a:t>24</a:t>
                      </a:r>
                      <a:endParaRPr sz="1400" b="1" dirty="0">
                        <a:solidFill>
                          <a:schemeClr val="dk1"/>
                        </a:solidFill>
                        <a:latin typeface="+mn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chemeClr val="dk1"/>
                          </a:solidFill>
                          <a:sym typeface="Montserrat"/>
                        </a:rPr>
                        <a:t>16</a:t>
                      </a:r>
                      <a:endParaRPr sz="1400" b="1" dirty="0">
                        <a:solidFill>
                          <a:schemeClr val="dk1"/>
                        </a:solidFill>
                        <a:latin typeface="+mn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1783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dirty="0">
                          <a:solidFill>
                            <a:schemeClr val="dk1"/>
                          </a:solidFill>
                          <a:sym typeface="Montserrat Light"/>
                        </a:rPr>
                        <a:t>Black</a:t>
                      </a:r>
                      <a:endParaRPr sz="1800" dirty="0">
                        <a:solidFill>
                          <a:schemeClr val="dk1"/>
                        </a:solidFill>
                        <a:latin typeface="+mn-lt"/>
                        <a:ea typeface="Montserrat Light"/>
                        <a:cs typeface="Calibri" panose="020F0502020204030204" pitchFamily="34" charset="0"/>
                        <a:sym typeface="Montserrat Ligh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b="1" dirty="0">
                          <a:solidFill>
                            <a:schemeClr val="dk1"/>
                          </a:solidFill>
                          <a:sym typeface="Montserrat"/>
                        </a:rPr>
                        <a:t>2</a:t>
                      </a:r>
                      <a:endParaRPr sz="1400" b="1" dirty="0">
                        <a:solidFill>
                          <a:schemeClr val="dk1"/>
                        </a:solidFill>
                        <a:latin typeface="+mn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b="1" dirty="0">
                          <a:solidFill>
                            <a:schemeClr val="dk1"/>
                          </a:solidFill>
                          <a:sym typeface="Montserrat"/>
                        </a:rPr>
                        <a:t>36</a:t>
                      </a:r>
                      <a:endParaRPr sz="1400" b="1" dirty="0">
                        <a:solidFill>
                          <a:schemeClr val="dk1"/>
                        </a:solidFill>
                        <a:latin typeface="+mn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b="1" dirty="0">
                          <a:solidFill>
                            <a:schemeClr val="dk1"/>
                          </a:solidFill>
                          <a:sym typeface="Montserrat"/>
                        </a:rPr>
                        <a:t>12</a:t>
                      </a:r>
                      <a:endParaRPr sz="1400" b="1" dirty="0">
                        <a:solidFill>
                          <a:schemeClr val="dk1"/>
                        </a:solidFill>
                        <a:latin typeface="+mn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B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057083"/>
                  </a:ext>
                </a:extLst>
              </a:tr>
            </a:tbl>
          </a:graphicData>
        </a:graphic>
      </p:graphicFrame>
      <p:sp>
        <p:nvSpPr>
          <p:cNvPr id="4" name="Segnaposto numero diapositiva 2">
            <a:extLst>
              <a:ext uri="{FF2B5EF4-FFF2-40B4-BE49-F238E27FC236}">
                <a16:creationId xmlns:a16="http://schemas.microsoft.com/office/drawing/2014/main" id="{07819393-26A7-4936-DEEE-BCB486B4D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2243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A65DF48-97B6-EBFE-680D-88FE7227B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1" dirty="0">
                <a:solidFill>
                  <a:srgbClr val="FFBE00"/>
                </a:solidFill>
                <a:latin typeface="+mj-lt"/>
              </a:rPr>
              <a:t>Yellow</a:t>
            </a: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2000" dirty="0" err="1"/>
              <a:t>Is</a:t>
            </a:r>
            <a:r>
              <a:rPr lang="it-IT" sz="2000" dirty="0"/>
              <a:t> the color of </a:t>
            </a:r>
            <a:r>
              <a:rPr lang="it-IT" sz="2000" dirty="0" err="1"/>
              <a:t>gold</a:t>
            </a:r>
            <a:r>
              <a:rPr lang="it-IT" sz="2000" dirty="0"/>
              <a:t>, </a:t>
            </a:r>
            <a:r>
              <a:rPr lang="it-IT" sz="2000" dirty="0" err="1"/>
              <a:t>butter</a:t>
            </a:r>
            <a:r>
              <a:rPr lang="it-IT" sz="2000" dirty="0"/>
              <a:t> and ripe </a:t>
            </a:r>
            <a:r>
              <a:rPr lang="it-IT" sz="2000" dirty="0" err="1"/>
              <a:t>lemons</a:t>
            </a:r>
            <a:r>
              <a:rPr lang="it-IT" sz="2000" dirty="0"/>
              <a:t>. In the </a:t>
            </a:r>
            <a:r>
              <a:rPr lang="it-IT" sz="2000" dirty="0" err="1"/>
              <a:t>spectrum</a:t>
            </a:r>
            <a:r>
              <a:rPr lang="it-IT" sz="2000" dirty="0"/>
              <a:t> of </a:t>
            </a:r>
            <a:r>
              <a:rPr lang="it-IT" sz="2000" dirty="0" err="1"/>
              <a:t>visible</a:t>
            </a:r>
            <a:r>
              <a:rPr lang="it-IT" sz="2000" dirty="0"/>
              <a:t> light, </a:t>
            </a:r>
            <a:r>
              <a:rPr lang="it-IT" sz="2000" dirty="0" err="1"/>
              <a:t>yellow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found</a:t>
            </a:r>
            <a:r>
              <a:rPr lang="it-IT" sz="2000" dirty="0"/>
              <a:t> </a:t>
            </a:r>
            <a:r>
              <a:rPr lang="it-IT" sz="2000" dirty="0" err="1"/>
              <a:t>between</a:t>
            </a:r>
            <a:r>
              <a:rPr lang="it-IT" sz="2000" dirty="0"/>
              <a:t> green and </a:t>
            </a:r>
            <a:r>
              <a:rPr lang="it-IT" sz="2000" dirty="0" err="1"/>
              <a:t>orange</a:t>
            </a:r>
            <a:r>
              <a:rPr lang="it-IT" sz="2000" dirty="0"/>
              <a:t>.</a:t>
            </a:r>
          </a:p>
          <a:p>
            <a:endParaRPr lang="en-GB" sz="200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AB8EF4E-FF64-B4A3-5046-349746DBE75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1" dirty="0">
                <a:solidFill>
                  <a:srgbClr val="FFBE00"/>
                </a:solidFill>
                <a:latin typeface="+mj-lt"/>
              </a:rPr>
              <a:t>Blue</a:t>
            </a: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2000" dirty="0" err="1"/>
              <a:t>Is</a:t>
            </a:r>
            <a:r>
              <a:rPr lang="it-IT" sz="2000" dirty="0"/>
              <a:t> the </a:t>
            </a:r>
            <a:r>
              <a:rPr lang="it-IT" sz="2000" dirty="0" err="1"/>
              <a:t>colour</a:t>
            </a:r>
            <a:r>
              <a:rPr lang="it-IT" sz="2000" dirty="0"/>
              <a:t> of the clear </a:t>
            </a:r>
            <a:r>
              <a:rPr lang="it-IT" sz="2000" dirty="0" err="1"/>
              <a:t>sky</a:t>
            </a:r>
            <a:r>
              <a:rPr lang="it-IT" sz="2000" dirty="0"/>
              <a:t> and the deep </a:t>
            </a:r>
            <a:r>
              <a:rPr lang="it-IT" sz="2000" dirty="0" err="1"/>
              <a:t>sea</a:t>
            </a:r>
            <a:r>
              <a:rPr lang="it-IT" sz="2000" dirty="0"/>
              <a:t>. </a:t>
            </a:r>
            <a:r>
              <a:rPr lang="it-IT" sz="2000" dirty="0" err="1"/>
              <a:t>It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located</a:t>
            </a:r>
            <a:r>
              <a:rPr lang="it-IT" sz="2000" dirty="0"/>
              <a:t> </a:t>
            </a:r>
            <a:r>
              <a:rPr lang="it-IT" sz="2000" dirty="0" err="1"/>
              <a:t>between</a:t>
            </a:r>
            <a:r>
              <a:rPr lang="it-IT" sz="2000" dirty="0"/>
              <a:t> </a:t>
            </a:r>
            <a:r>
              <a:rPr lang="it-IT" sz="2000" dirty="0" err="1"/>
              <a:t>violet</a:t>
            </a:r>
            <a:r>
              <a:rPr lang="it-IT" sz="2000" dirty="0"/>
              <a:t> and green on the optical </a:t>
            </a:r>
            <a:r>
              <a:rPr lang="it-IT" sz="2000" dirty="0" err="1"/>
              <a:t>spectrum</a:t>
            </a:r>
            <a:r>
              <a:rPr lang="it-IT" sz="2000" dirty="0"/>
              <a:t>.</a:t>
            </a:r>
          </a:p>
          <a:p>
            <a:endParaRPr lang="en-GB" sz="2000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5CCDB89-4308-3CF1-C554-78206C5DA2C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1" dirty="0">
                <a:solidFill>
                  <a:srgbClr val="FFBE00"/>
                </a:solidFill>
                <a:latin typeface="+mj-lt"/>
              </a:rPr>
              <a:t>Red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it-IT" sz="2000" dirty="0" err="1"/>
              <a:t>Is</a:t>
            </a:r>
            <a:r>
              <a:rPr lang="it-IT" sz="2000" dirty="0"/>
              <a:t> the color of </a:t>
            </a:r>
            <a:r>
              <a:rPr lang="it-IT" sz="2000" dirty="0" err="1"/>
              <a:t>blood</a:t>
            </a:r>
            <a:r>
              <a:rPr lang="it-IT" sz="2000" dirty="0"/>
              <a:t>, and </a:t>
            </a:r>
            <a:r>
              <a:rPr lang="it-IT" sz="2000" dirty="0" err="1"/>
              <a:t>because</a:t>
            </a:r>
            <a:r>
              <a:rPr lang="it-IT" sz="2000" dirty="0"/>
              <a:t> of </a:t>
            </a:r>
            <a:r>
              <a:rPr lang="it-IT" sz="2000" dirty="0" err="1"/>
              <a:t>this</a:t>
            </a:r>
            <a:r>
              <a:rPr lang="it-IT" sz="2000" dirty="0"/>
              <a:t> </a:t>
            </a:r>
            <a:r>
              <a:rPr lang="it-IT" sz="2000" dirty="0" err="1"/>
              <a:t>it</a:t>
            </a:r>
            <a:r>
              <a:rPr lang="it-IT" sz="2000" dirty="0"/>
              <a:t> </a:t>
            </a:r>
            <a:r>
              <a:rPr lang="it-IT" sz="2000" dirty="0" err="1"/>
              <a:t>has</a:t>
            </a:r>
            <a:r>
              <a:rPr lang="it-IT" sz="2000" dirty="0"/>
              <a:t> </a:t>
            </a:r>
            <a:r>
              <a:rPr lang="it-IT" sz="2000" dirty="0" err="1"/>
              <a:t>historically</a:t>
            </a:r>
            <a:r>
              <a:rPr lang="it-IT" sz="2000" dirty="0"/>
              <a:t> </a:t>
            </a:r>
            <a:r>
              <a:rPr lang="it-IT" sz="2000" dirty="0" err="1"/>
              <a:t>been</a:t>
            </a:r>
            <a:r>
              <a:rPr lang="it-IT" sz="2000" dirty="0"/>
              <a:t> </a:t>
            </a:r>
            <a:r>
              <a:rPr lang="it-IT" sz="2000" dirty="0" err="1"/>
              <a:t>associated</a:t>
            </a:r>
            <a:r>
              <a:rPr lang="it-IT" sz="2000" dirty="0"/>
              <a:t> with </a:t>
            </a:r>
            <a:r>
              <a:rPr lang="it-IT" sz="2000" dirty="0" err="1"/>
              <a:t>sacrifice</a:t>
            </a:r>
            <a:r>
              <a:rPr lang="it-IT" sz="2000" dirty="0"/>
              <a:t>, </a:t>
            </a:r>
            <a:r>
              <a:rPr lang="it-IT" sz="2000" dirty="0" err="1"/>
              <a:t>danger</a:t>
            </a:r>
            <a:r>
              <a:rPr lang="it-IT" sz="2000" dirty="0"/>
              <a:t> and </a:t>
            </a:r>
            <a:r>
              <a:rPr lang="it-IT" sz="2000" dirty="0" err="1"/>
              <a:t>courage</a:t>
            </a:r>
            <a:r>
              <a:rPr lang="it-IT" sz="2000" dirty="0"/>
              <a:t>. </a:t>
            </a: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lang="it-IT" sz="2000" dirty="0"/>
          </a:p>
          <a:p>
            <a:endParaRPr lang="en-GB" sz="2000" dirty="0"/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28BC376A-5BDF-2976-C034-A38A58D41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Let’s review some concepts</a:t>
            </a:r>
            <a:endParaRPr lang="en-GB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A831710-AB45-B8BD-8740-91D517423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6" name="Segnaposto testo 1">
            <a:extLst>
              <a:ext uri="{FF2B5EF4-FFF2-40B4-BE49-F238E27FC236}">
                <a16:creationId xmlns:a16="http://schemas.microsoft.com/office/drawing/2014/main" id="{26674B67-9104-7C9E-29EE-50EAC9A03684}"/>
              </a:ext>
            </a:extLst>
          </p:cNvPr>
          <p:cNvSpPr txBox="1">
            <a:spLocks/>
          </p:cNvSpPr>
          <p:nvPr/>
        </p:nvSpPr>
        <p:spPr>
          <a:xfrm>
            <a:off x="8386354" y="4043945"/>
            <a:ext cx="3428269" cy="2223173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609585" lvl="0" indent="-457189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1219170" lvl="1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Arial" panose="020B0604020202020204" pitchFamily="34" charset="0"/>
              <a:buChar char="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000" b="1" dirty="0">
                <a:solidFill>
                  <a:srgbClr val="FFBE00"/>
                </a:solidFill>
              </a:rPr>
              <a:t>Yellow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it-IT" sz="2000" dirty="0" err="1"/>
              <a:t>Is</a:t>
            </a:r>
            <a:r>
              <a:rPr lang="it-IT" sz="2000" dirty="0"/>
              <a:t> the color of </a:t>
            </a:r>
            <a:r>
              <a:rPr lang="it-IT" sz="2000" dirty="0" err="1"/>
              <a:t>gold</a:t>
            </a:r>
            <a:r>
              <a:rPr lang="it-IT" sz="2000" dirty="0"/>
              <a:t>, </a:t>
            </a:r>
            <a:r>
              <a:rPr lang="it-IT" sz="2000" dirty="0" err="1"/>
              <a:t>butter</a:t>
            </a:r>
            <a:r>
              <a:rPr lang="it-IT" sz="2000" dirty="0"/>
              <a:t> and ripe </a:t>
            </a:r>
            <a:r>
              <a:rPr lang="it-IT" sz="2000" dirty="0" err="1"/>
              <a:t>lemons</a:t>
            </a:r>
            <a:r>
              <a:rPr lang="it-IT" sz="2000" dirty="0"/>
              <a:t>. In the </a:t>
            </a:r>
            <a:r>
              <a:rPr lang="it-IT" sz="2000" dirty="0" err="1"/>
              <a:t>spectrum</a:t>
            </a:r>
            <a:r>
              <a:rPr lang="it-IT" sz="2000" dirty="0"/>
              <a:t> of </a:t>
            </a:r>
            <a:r>
              <a:rPr lang="it-IT" sz="2000" dirty="0" err="1"/>
              <a:t>visible</a:t>
            </a:r>
            <a:r>
              <a:rPr lang="it-IT" sz="2000" dirty="0"/>
              <a:t> light, </a:t>
            </a:r>
            <a:r>
              <a:rPr lang="it-IT" sz="2000" dirty="0" err="1"/>
              <a:t>yellow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found</a:t>
            </a:r>
            <a:r>
              <a:rPr lang="it-IT" sz="2000" dirty="0"/>
              <a:t> </a:t>
            </a:r>
            <a:r>
              <a:rPr lang="it-IT" sz="2000" dirty="0" err="1"/>
              <a:t>between</a:t>
            </a:r>
            <a:r>
              <a:rPr lang="it-IT" sz="2000" dirty="0"/>
              <a:t> green and </a:t>
            </a:r>
            <a:r>
              <a:rPr lang="it-IT" sz="2000" dirty="0" err="1"/>
              <a:t>orange</a:t>
            </a:r>
            <a:r>
              <a:rPr lang="it-IT" sz="2000" dirty="0"/>
              <a:t>.</a:t>
            </a:r>
          </a:p>
          <a:p>
            <a:endParaRPr lang="en-GB" sz="2000" dirty="0"/>
          </a:p>
        </p:txBody>
      </p:sp>
      <p:sp>
        <p:nvSpPr>
          <p:cNvPr id="7" name="Segnaposto testo 2">
            <a:extLst>
              <a:ext uri="{FF2B5EF4-FFF2-40B4-BE49-F238E27FC236}">
                <a16:creationId xmlns:a16="http://schemas.microsoft.com/office/drawing/2014/main" id="{1D0550CE-CE11-53EF-FDDF-5D59142702C1}"/>
              </a:ext>
            </a:extLst>
          </p:cNvPr>
          <p:cNvSpPr txBox="1">
            <a:spLocks/>
          </p:cNvSpPr>
          <p:nvPr/>
        </p:nvSpPr>
        <p:spPr>
          <a:xfrm>
            <a:off x="4381947" y="4043945"/>
            <a:ext cx="3428269" cy="2223173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609585" lvl="0" indent="-457189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1219170" lvl="1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Arial" panose="020B0604020202020204" pitchFamily="34" charset="0"/>
              <a:buChar char="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000" b="1" dirty="0">
                <a:solidFill>
                  <a:srgbClr val="FFBE00"/>
                </a:solidFill>
              </a:rPr>
              <a:t>Blue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it-IT" sz="2000" dirty="0" err="1"/>
              <a:t>Is</a:t>
            </a:r>
            <a:r>
              <a:rPr lang="it-IT" sz="2000" dirty="0"/>
              <a:t> the </a:t>
            </a:r>
            <a:r>
              <a:rPr lang="it-IT" sz="2000" dirty="0" err="1"/>
              <a:t>colour</a:t>
            </a:r>
            <a:r>
              <a:rPr lang="it-IT" sz="2000" dirty="0"/>
              <a:t> of the clear </a:t>
            </a:r>
            <a:r>
              <a:rPr lang="it-IT" sz="2000" dirty="0" err="1"/>
              <a:t>sky</a:t>
            </a:r>
            <a:r>
              <a:rPr lang="it-IT" sz="2000" dirty="0"/>
              <a:t> and the deep </a:t>
            </a:r>
            <a:r>
              <a:rPr lang="it-IT" sz="2000" dirty="0" err="1"/>
              <a:t>sea</a:t>
            </a:r>
            <a:r>
              <a:rPr lang="it-IT" sz="2000" dirty="0"/>
              <a:t>. </a:t>
            </a:r>
            <a:r>
              <a:rPr lang="it-IT" sz="2000" dirty="0" err="1"/>
              <a:t>It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located</a:t>
            </a:r>
            <a:r>
              <a:rPr lang="it-IT" sz="2000" dirty="0"/>
              <a:t> </a:t>
            </a:r>
            <a:r>
              <a:rPr lang="it-IT" sz="2000" dirty="0" err="1"/>
              <a:t>between</a:t>
            </a:r>
            <a:r>
              <a:rPr lang="it-IT" sz="2000" dirty="0"/>
              <a:t> </a:t>
            </a:r>
            <a:r>
              <a:rPr lang="it-IT" sz="2000" dirty="0" err="1"/>
              <a:t>violet</a:t>
            </a:r>
            <a:r>
              <a:rPr lang="it-IT" sz="2000" dirty="0"/>
              <a:t> and green on the optical </a:t>
            </a:r>
            <a:r>
              <a:rPr lang="it-IT" sz="2000" dirty="0" err="1"/>
              <a:t>spectrum</a:t>
            </a:r>
            <a:r>
              <a:rPr lang="it-IT" sz="2000" dirty="0"/>
              <a:t>.</a:t>
            </a:r>
          </a:p>
          <a:p>
            <a:endParaRPr lang="en-GB" sz="2000" dirty="0"/>
          </a:p>
        </p:txBody>
      </p:sp>
      <p:sp>
        <p:nvSpPr>
          <p:cNvPr id="8" name="Segnaposto testo 3">
            <a:extLst>
              <a:ext uri="{FF2B5EF4-FFF2-40B4-BE49-F238E27FC236}">
                <a16:creationId xmlns:a16="http://schemas.microsoft.com/office/drawing/2014/main" id="{1D04024E-5041-4311-47EF-50190CFF9EF5}"/>
              </a:ext>
            </a:extLst>
          </p:cNvPr>
          <p:cNvSpPr txBox="1">
            <a:spLocks/>
          </p:cNvSpPr>
          <p:nvPr/>
        </p:nvSpPr>
        <p:spPr>
          <a:xfrm>
            <a:off x="609934" y="4043945"/>
            <a:ext cx="3428269" cy="2223173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609585" lvl="0" indent="-457189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1219170" lvl="1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57189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Arial" panose="020B0604020202020204" pitchFamily="34" charset="0"/>
              <a:buChar char="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000" b="1" dirty="0">
                <a:solidFill>
                  <a:srgbClr val="FFBE00"/>
                </a:solidFill>
              </a:rPr>
              <a:t>Red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it-IT" sz="2000" dirty="0" err="1"/>
              <a:t>Is</a:t>
            </a:r>
            <a:r>
              <a:rPr lang="it-IT" sz="2000" dirty="0"/>
              <a:t> the color of </a:t>
            </a:r>
            <a:r>
              <a:rPr lang="it-IT" sz="2000" dirty="0" err="1"/>
              <a:t>blood</a:t>
            </a:r>
            <a:r>
              <a:rPr lang="it-IT" sz="2000" dirty="0"/>
              <a:t>, and </a:t>
            </a:r>
            <a:r>
              <a:rPr lang="it-IT" sz="2000" dirty="0" err="1"/>
              <a:t>because</a:t>
            </a:r>
            <a:r>
              <a:rPr lang="it-IT" sz="2000" dirty="0"/>
              <a:t> of </a:t>
            </a:r>
            <a:r>
              <a:rPr lang="it-IT" sz="2000" dirty="0" err="1"/>
              <a:t>this</a:t>
            </a:r>
            <a:r>
              <a:rPr lang="it-IT" sz="2000" dirty="0"/>
              <a:t> </a:t>
            </a:r>
            <a:r>
              <a:rPr lang="it-IT" sz="2000" dirty="0" err="1"/>
              <a:t>it</a:t>
            </a:r>
            <a:r>
              <a:rPr lang="it-IT" sz="2000" dirty="0"/>
              <a:t> </a:t>
            </a:r>
            <a:r>
              <a:rPr lang="it-IT" sz="2000" dirty="0" err="1"/>
              <a:t>has</a:t>
            </a:r>
            <a:r>
              <a:rPr lang="it-IT" sz="2000" dirty="0"/>
              <a:t> </a:t>
            </a:r>
            <a:r>
              <a:rPr lang="it-IT" sz="2000" dirty="0" err="1"/>
              <a:t>historically</a:t>
            </a:r>
            <a:r>
              <a:rPr lang="it-IT" sz="2000" dirty="0"/>
              <a:t> </a:t>
            </a:r>
            <a:r>
              <a:rPr lang="it-IT" sz="2000" dirty="0" err="1"/>
              <a:t>been</a:t>
            </a:r>
            <a:r>
              <a:rPr lang="it-IT" sz="2000" dirty="0"/>
              <a:t> </a:t>
            </a:r>
            <a:r>
              <a:rPr lang="it-IT" sz="2000" dirty="0" err="1"/>
              <a:t>associated</a:t>
            </a:r>
            <a:r>
              <a:rPr lang="it-IT" sz="2000" dirty="0"/>
              <a:t> with </a:t>
            </a:r>
            <a:r>
              <a:rPr lang="it-IT" sz="2000" dirty="0" err="1"/>
              <a:t>sacrifice</a:t>
            </a:r>
            <a:r>
              <a:rPr lang="it-IT" sz="2000" dirty="0"/>
              <a:t>, </a:t>
            </a:r>
            <a:r>
              <a:rPr lang="it-IT" sz="2000" dirty="0" err="1"/>
              <a:t>danger</a:t>
            </a:r>
            <a:r>
              <a:rPr lang="it-IT" sz="2000" dirty="0"/>
              <a:t> and </a:t>
            </a:r>
            <a:r>
              <a:rPr lang="it-IT" sz="2000" dirty="0" err="1"/>
              <a:t>courage</a:t>
            </a:r>
            <a:r>
              <a:rPr lang="it-IT" sz="2000" dirty="0"/>
              <a:t>.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it-IT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178976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98B1AE9B-80FD-9B31-BC96-28DB8E42C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can insert graph from your excel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A46B50B3-F7CE-626D-C6D9-5C41229216C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392727972"/>
              </p:ext>
            </p:extLst>
          </p:nvPr>
        </p:nvGraphicFramePr>
        <p:xfrm>
          <a:off x="609600" y="582614"/>
          <a:ext cx="10852150" cy="4708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Segnaposto numero diapositiva 8">
            <a:extLst>
              <a:ext uri="{FF2B5EF4-FFF2-40B4-BE49-F238E27FC236}">
                <a16:creationId xmlns:a16="http://schemas.microsoft.com/office/drawing/2014/main" id="{1348741F-2727-252F-3025-11C95EC9FA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5645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r>
              <a:rPr lang="it-IT" dirty="0"/>
              <a:t>Team Presentation</a:t>
            </a:r>
          </a:p>
        </p:txBody>
      </p:sp>
      <p:pic>
        <p:nvPicPr>
          <p:cNvPr id="524" name="Google Shape;524;p44"/>
          <p:cNvPicPr preferRelativeResize="0"/>
          <p:nvPr/>
        </p:nvPicPr>
        <p:blipFill rotWithShape="1">
          <a:blip r:embed="rId3">
            <a:alphaModFix/>
          </a:blip>
          <a:srcRect l="19633" t="9820" b="9812"/>
          <a:stretch/>
        </p:blipFill>
        <p:spPr>
          <a:xfrm>
            <a:off x="814703" y="1998257"/>
            <a:ext cx="1985600" cy="1985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25" name="Google Shape;525;p44"/>
          <p:cNvSpPr txBox="1"/>
          <p:nvPr/>
        </p:nvSpPr>
        <p:spPr>
          <a:xfrm>
            <a:off x="811955" y="4316638"/>
            <a:ext cx="1985600" cy="9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dk1"/>
                </a:solidFill>
                <a:latin typeface="+mj-lt"/>
                <a:ea typeface="Montserrat"/>
                <a:cs typeface="Calibri" panose="020F0502020204030204" pitchFamily="34" charset="0"/>
                <a:sym typeface="Montserrat"/>
              </a:rPr>
              <a:t>Imani Jackson</a:t>
            </a:r>
            <a:br>
              <a:rPr lang="en" sz="2400" dirty="0"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</a:br>
            <a:r>
              <a:rPr lang="en" sz="1067" dirty="0">
                <a:solidFill>
                  <a:srgbClr val="FFBE00"/>
                </a:solidFill>
                <a:latin typeface="+mj-lt"/>
                <a:ea typeface="Montserrat"/>
                <a:cs typeface="Calibri" panose="020F0502020204030204" pitchFamily="34" charset="0"/>
                <a:sym typeface="Montserrat"/>
              </a:rPr>
              <a:t>JOB TITLE</a:t>
            </a:r>
            <a:endParaRPr sz="1067" dirty="0">
              <a:solidFill>
                <a:srgbClr val="FFBE00"/>
              </a:solidFill>
              <a:latin typeface="+mj-lt"/>
              <a:ea typeface="Montserrat"/>
              <a:cs typeface="Calibri" panose="020F0502020204030204" pitchFamily="34" charset="0"/>
              <a:sym typeface="Montserrat"/>
            </a:endParaRPr>
          </a:p>
          <a:p>
            <a:pPr algn="ctr">
              <a:spcBef>
                <a:spcPts val="533"/>
              </a:spcBef>
            </a:pPr>
            <a:r>
              <a:rPr lang="en" sz="1200" dirty="0">
                <a:solidFill>
                  <a:srgbClr val="000000"/>
                </a:solidFill>
                <a:ea typeface="Montserrat"/>
                <a:cs typeface="Calibri" panose="020F0502020204030204" pitchFamily="34" charset="0"/>
                <a:sym typeface="Montserrat"/>
              </a:rPr>
              <a:t>email</a:t>
            </a:r>
            <a:endParaRPr sz="2400" dirty="0">
              <a:solidFill>
                <a:srgbClr val="000000"/>
              </a:solidFill>
              <a:ea typeface="Montserrat"/>
              <a:cs typeface="Calibri" panose="020F0502020204030204" pitchFamily="34" charset="0"/>
              <a:sym typeface="Montserrat"/>
            </a:endParaRPr>
          </a:p>
        </p:txBody>
      </p:sp>
      <p:pic>
        <p:nvPicPr>
          <p:cNvPr id="526" name="Google Shape;526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4618" y="1998257"/>
            <a:ext cx="1985600" cy="1985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27" name="Google Shape;527;p44"/>
          <p:cNvSpPr txBox="1"/>
          <p:nvPr/>
        </p:nvSpPr>
        <p:spPr>
          <a:xfrm>
            <a:off x="3671869" y="4316638"/>
            <a:ext cx="1985600" cy="9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dk1"/>
                </a:solidFill>
                <a:latin typeface="+mj-lt"/>
                <a:ea typeface="Montserrat"/>
                <a:cs typeface="Calibri" panose="020F0502020204030204" pitchFamily="34" charset="0"/>
                <a:sym typeface="Montserrat"/>
              </a:rPr>
              <a:t>Marcos </a:t>
            </a:r>
            <a:r>
              <a:rPr lang="en" sz="1600" b="1" dirty="0" err="1">
                <a:solidFill>
                  <a:schemeClr val="dk1"/>
                </a:solidFill>
                <a:latin typeface="+mj-lt"/>
                <a:ea typeface="Montserrat"/>
                <a:cs typeface="Calibri" panose="020F0502020204030204" pitchFamily="34" charset="0"/>
                <a:sym typeface="Montserrat"/>
              </a:rPr>
              <a:t>Galán</a:t>
            </a:r>
            <a:br>
              <a:rPr lang="en" sz="2400" dirty="0"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</a:br>
            <a:r>
              <a:rPr lang="en" sz="1067" dirty="0">
                <a:solidFill>
                  <a:srgbClr val="FFBE00"/>
                </a:solidFill>
                <a:latin typeface="+mj-lt"/>
                <a:ea typeface="Montserrat"/>
                <a:cs typeface="Calibri" panose="020F0502020204030204" pitchFamily="34" charset="0"/>
                <a:sym typeface="Montserrat"/>
              </a:rPr>
              <a:t>JOB TITLE</a:t>
            </a:r>
            <a:endParaRPr sz="1067" dirty="0">
              <a:solidFill>
                <a:srgbClr val="FFBE00"/>
              </a:solidFill>
              <a:latin typeface="+mj-lt"/>
              <a:ea typeface="Montserrat"/>
              <a:cs typeface="Calibri" panose="020F0502020204030204" pitchFamily="34" charset="0"/>
              <a:sym typeface="Montserrat"/>
            </a:endParaRPr>
          </a:p>
          <a:p>
            <a:pPr algn="ctr">
              <a:spcBef>
                <a:spcPts val="533"/>
              </a:spcBef>
            </a:pPr>
            <a:r>
              <a:rPr lang="en" sz="1200" dirty="0">
                <a:solidFill>
                  <a:srgbClr val="000000"/>
                </a:solidFill>
                <a:ea typeface="Montserrat"/>
                <a:cs typeface="Calibri" panose="020F0502020204030204" pitchFamily="34" charset="0"/>
                <a:sym typeface="Montserrat"/>
              </a:rPr>
              <a:t>email</a:t>
            </a:r>
            <a:endParaRPr sz="2400" dirty="0">
              <a:latin typeface="Calibri" panose="020F0502020204030204" pitchFamily="34" charset="0"/>
              <a:ea typeface="Montserrat"/>
              <a:cs typeface="Calibri" panose="020F0502020204030204" pitchFamily="34" charset="0"/>
              <a:sym typeface="Montserrat"/>
            </a:endParaRPr>
          </a:p>
        </p:txBody>
      </p:sp>
      <p:pic>
        <p:nvPicPr>
          <p:cNvPr id="528" name="Google Shape;528;p44"/>
          <p:cNvPicPr preferRelativeResize="0"/>
          <p:nvPr/>
        </p:nvPicPr>
        <p:blipFill rotWithShape="1">
          <a:blip r:embed="rId5">
            <a:alphaModFix/>
          </a:blip>
          <a:srcRect l="47271" t="22330" b="24940"/>
          <a:stretch/>
        </p:blipFill>
        <p:spPr>
          <a:xfrm>
            <a:off x="6531783" y="1998257"/>
            <a:ext cx="1985600" cy="1985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29" name="Google Shape;529;p44"/>
          <p:cNvSpPr txBox="1"/>
          <p:nvPr/>
        </p:nvSpPr>
        <p:spPr>
          <a:xfrm>
            <a:off x="6531783" y="4316638"/>
            <a:ext cx="1985600" cy="9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1600" b="1" dirty="0" err="1">
                <a:solidFill>
                  <a:schemeClr val="dk1"/>
                </a:solidFill>
                <a:latin typeface="+mj-lt"/>
                <a:ea typeface="Montserrat"/>
                <a:cs typeface="Calibri" panose="020F0502020204030204" pitchFamily="34" charset="0"/>
                <a:sym typeface="Montserrat"/>
              </a:rPr>
              <a:t>Ixchel</a:t>
            </a:r>
            <a:r>
              <a:rPr lang="en" sz="1600" b="1" dirty="0">
                <a:solidFill>
                  <a:schemeClr val="dk1"/>
                </a:solidFill>
                <a:latin typeface="+mj-lt"/>
                <a:ea typeface="Montserrat"/>
                <a:cs typeface="Calibri" panose="020F0502020204030204" pitchFamily="34" charset="0"/>
                <a:sym typeface="Montserrat"/>
              </a:rPr>
              <a:t> </a:t>
            </a:r>
            <a:r>
              <a:rPr lang="en" sz="1600" b="1" dirty="0" err="1">
                <a:solidFill>
                  <a:schemeClr val="dk1"/>
                </a:solidFill>
                <a:latin typeface="+mj-lt"/>
                <a:ea typeface="Montserrat"/>
                <a:cs typeface="Calibri" panose="020F0502020204030204" pitchFamily="34" charset="0"/>
                <a:sym typeface="Montserrat"/>
              </a:rPr>
              <a:t>Valdía</a:t>
            </a:r>
            <a:br>
              <a:rPr lang="en" sz="2400" dirty="0"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</a:br>
            <a:r>
              <a:rPr lang="en" sz="1067" dirty="0">
                <a:solidFill>
                  <a:srgbClr val="FFBE00"/>
                </a:solidFill>
                <a:latin typeface="+mj-lt"/>
                <a:ea typeface="Montserrat"/>
                <a:cs typeface="Calibri" panose="020F0502020204030204" pitchFamily="34" charset="0"/>
                <a:sym typeface="Montserrat"/>
              </a:rPr>
              <a:t>JOB TITLE</a:t>
            </a:r>
            <a:endParaRPr sz="1067" dirty="0">
              <a:solidFill>
                <a:srgbClr val="FFBE00"/>
              </a:solidFill>
              <a:latin typeface="+mj-lt"/>
              <a:ea typeface="Montserrat"/>
              <a:cs typeface="Calibri" panose="020F0502020204030204" pitchFamily="34" charset="0"/>
              <a:sym typeface="Montserrat"/>
            </a:endParaRPr>
          </a:p>
          <a:p>
            <a:pPr algn="ctr">
              <a:spcBef>
                <a:spcPts val="533"/>
              </a:spcBef>
            </a:pPr>
            <a:r>
              <a:rPr lang="en" sz="1200" dirty="0">
                <a:solidFill>
                  <a:srgbClr val="000000"/>
                </a:solidFill>
                <a:ea typeface="Montserrat"/>
                <a:cs typeface="Calibri" panose="020F0502020204030204" pitchFamily="34" charset="0"/>
                <a:sym typeface="Montserrat"/>
              </a:rPr>
              <a:t>email</a:t>
            </a:r>
            <a:endParaRPr sz="2400" dirty="0">
              <a:solidFill>
                <a:srgbClr val="000000"/>
              </a:solidFill>
              <a:ea typeface="Montserrat"/>
              <a:cs typeface="Calibri" panose="020F0502020204030204" pitchFamily="34" charset="0"/>
              <a:sym typeface="Montserrat"/>
            </a:endParaRPr>
          </a:p>
        </p:txBody>
      </p:sp>
      <p:pic>
        <p:nvPicPr>
          <p:cNvPr id="530" name="Google Shape;530;p44"/>
          <p:cNvPicPr preferRelativeResize="0"/>
          <p:nvPr/>
        </p:nvPicPr>
        <p:blipFill rotWithShape="1">
          <a:blip r:embed="rId6">
            <a:alphaModFix/>
          </a:blip>
          <a:srcRect t="3926" b="29406"/>
          <a:stretch/>
        </p:blipFill>
        <p:spPr>
          <a:xfrm>
            <a:off x="9391697" y="1998257"/>
            <a:ext cx="1985600" cy="1985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31" name="Google Shape;531;p44"/>
          <p:cNvSpPr txBox="1"/>
          <p:nvPr/>
        </p:nvSpPr>
        <p:spPr>
          <a:xfrm>
            <a:off x="9391697" y="4316638"/>
            <a:ext cx="1985600" cy="9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dk1"/>
                </a:solidFill>
                <a:latin typeface="+mj-lt"/>
                <a:ea typeface="Montserrat"/>
                <a:cs typeface="Calibri" panose="020F0502020204030204" pitchFamily="34" charset="0"/>
                <a:sym typeface="Montserrat"/>
              </a:rPr>
              <a:t>Nils </a:t>
            </a:r>
            <a:r>
              <a:rPr lang="en" sz="1600" b="1" dirty="0" err="1">
                <a:solidFill>
                  <a:schemeClr val="dk1"/>
                </a:solidFill>
                <a:latin typeface="+mj-lt"/>
                <a:ea typeface="Montserrat"/>
                <a:cs typeface="Calibri" panose="020F0502020204030204" pitchFamily="34" charset="0"/>
                <a:sym typeface="Montserrat"/>
              </a:rPr>
              <a:t>Årud</a:t>
            </a:r>
            <a:br>
              <a:rPr lang="en" sz="2400" dirty="0"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</a:br>
            <a:r>
              <a:rPr lang="en" sz="1067" dirty="0">
                <a:solidFill>
                  <a:srgbClr val="FFBE00"/>
                </a:solidFill>
                <a:latin typeface="+mj-lt"/>
                <a:ea typeface="Montserrat"/>
                <a:cs typeface="Calibri" panose="020F0502020204030204" pitchFamily="34" charset="0"/>
                <a:sym typeface="Montserrat"/>
              </a:rPr>
              <a:t>JOB TITLE</a:t>
            </a:r>
            <a:endParaRPr sz="1067" dirty="0">
              <a:solidFill>
                <a:srgbClr val="FFBE00"/>
              </a:solidFill>
              <a:latin typeface="+mj-lt"/>
              <a:ea typeface="Montserrat"/>
              <a:cs typeface="Calibri" panose="020F0502020204030204" pitchFamily="34" charset="0"/>
              <a:sym typeface="Montserrat"/>
            </a:endParaRPr>
          </a:p>
          <a:p>
            <a:pPr algn="ctr">
              <a:spcBef>
                <a:spcPts val="533"/>
              </a:spcBef>
            </a:pPr>
            <a:r>
              <a:rPr lang="en" sz="1200" dirty="0">
                <a:solidFill>
                  <a:srgbClr val="000000"/>
                </a:solidFill>
                <a:ea typeface="Montserrat"/>
                <a:cs typeface="Calibri" panose="020F0502020204030204" pitchFamily="34" charset="0"/>
                <a:sym typeface="Montserrat"/>
              </a:rPr>
              <a:t>email</a:t>
            </a:r>
            <a:endParaRPr sz="2400" dirty="0">
              <a:solidFill>
                <a:srgbClr val="000000"/>
              </a:solidFill>
              <a:ea typeface="Montserrat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" name="Segnaposto numero diapositiva 8">
            <a:extLst>
              <a:ext uri="{FF2B5EF4-FFF2-40B4-BE49-F238E27FC236}">
                <a16:creationId xmlns:a16="http://schemas.microsoft.com/office/drawing/2014/main" id="{F3AFE118-E423-4B5E-0A2F-387434569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15</a:t>
            </a:fld>
            <a:endParaRPr lang="en-GB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0CE9D-41CD-25B2-CEA5-F3DED85752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8000" dirty="0"/>
              <a:t>Thank you!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1A3A845-7A91-D91C-AF2E-AABDC798933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015197" y="4303713"/>
            <a:ext cx="1854160" cy="27146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chemeClr val="bg1"/>
                </a:solidFill>
              </a:rPr>
              <a:t>DEDALUS-HORIZON.EU</a:t>
            </a: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F92DFBA8-B8DE-91AA-FC17-0392D2C2BF9D}"/>
              </a:ext>
            </a:extLst>
          </p:cNvPr>
          <p:cNvSpPr txBox="1">
            <a:spLocks/>
          </p:cNvSpPr>
          <p:nvPr/>
        </p:nvSpPr>
        <p:spPr>
          <a:xfrm>
            <a:off x="4566542" y="4293029"/>
            <a:ext cx="1361834" cy="2933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 dirty="0"/>
              <a:t>@DEDALUS_EU</a:t>
            </a: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4518A588-DDA2-ED8F-6F2E-B23C3471FE5D}"/>
              </a:ext>
            </a:extLst>
          </p:cNvPr>
          <p:cNvSpPr txBox="1">
            <a:spLocks/>
          </p:cNvSpPr>
          <p:nvPr/>
        </p:nvSpPr>
        <p:spPr>
          <a:xfrm>
            <a:off x="6537154" y="4293147"/>
            <a:ext cx="1303499" cy="2721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 dirty="0"/>
              <a:t>@DEDALUS_EU</a:t>
            </a:r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CAF8F3B3-847A-FA90-26C1-FD387DEE2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4551" y="4222476"/>
            <a:ext cx="419100" cy="419100"/>
          </a:xfrm>
          <a:prstGeom prst="rect">
            <a:avLst/>
          </a:pr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B4EA5473-5EFE-DA97-1903-BD29A14A38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7442" y="4222476"/>
            <a:ext cx="419100" cy="419100"/>
          </a:xfrm>
          <a:prstGeom prst="rect">
            <a:avLst/>
          </a:prstGeom>
        </p:spPr>
      </p:pic>
      <p:pic>
        <p:nvPicPr>
          <p:cNvPr id="15" name="Elemento grafico 14">
            <a:extLst>
              <a:ext uri="{FF2B5EF4-FFF2-40B4-BE49-F238E27FC236}">
                <a16:creationId xmlns:a16="http://schemas.microsoft.com/office/drawing/2014/main" id="{9A86272C-C88E-0FED-9134-B62F9DB0CD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578907" y="4222476"/>
            <a:ext cx="419101" cy="419101"/>
          </a:xfrm>
          <a:prstGeom prst="rect">
            <a:avLst/>
          </a:prstGeom>
        </p:spPr>
      </p:pic>
      <p:sp>
        <p:nvSpPr>
          <p:cNvPr id="16" name="Sottotitolo 2">
            <a:extLst>
              <a:ext uri="{FF2B5EF4-FFF2-40B4-BE49-F238E27FC236}">
                <a16:creationId xmlns:a16="http://schemas.microsoft.com/office/drawing/2014/main" id="{9035A25A-5733-AC96-30F8-43B66BAD2E84}"/>
              </a:ext>
            </a:extLst>
          </p:cNvPr>
          <p:cNvSpPr txBox="1">
            <a:spLocks/>
          </p:cNvSpPr>
          <p:nvPr/>
        </p:nvSpPr>
        <p:spPr>
          <a:xfrm>
            <a:off x="8520760" y="4303612"/>
            <a:ext cx="2293118" cy="2721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 dirty="0"/>
              <a:t>INFO@DEDALUS-HORIZON.EU</a:t>
            </a:r>
          </a:p>
        </p:txBody>
      </p:sp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6AEF0998-3492-A257-E5F5-D8ADF4A027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01660" y="4219672"/>
            <a:ext cx="4191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154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Dedalus">
      <a:dk1>
        <a:srgbClr val="0048E5"/>
      </a:dk1>
      <a:lt1>
        <a:srgbClr val="FFFFFF"/>
      </a:lt1>
      <a:dk2>
        <a:srgbClr val="FFBD00"/>
      </a:dk2>
      <a:lt2>
        <a:srgbClr val="0048E5"/>
      </a:lt2>
      <a:accent1>
        <a:srgbClr val="0048E5"/>
      </a:accent1>
      <a:accent2>
        <a:srgbClr val="FFBD00"/>
      </a:accent2>
      <a:accent3>
        <a:srgbClr val="3336FF"/>
      </a:accent3>
      <a:accent4>
        <a:srgbClr val="040423"/>
      </a:accent4>
      <a:accent5>
        <a:srgbClr val="CCCCCC"/>
      </a:accent5>
      <a:accent6>
        <a:srgbClr val="FFFFFF"/>
      </a:accent6>
      <a:hlink>
        <a:srgbClr val="FFBE00"/>
      </a:hlink>
      <a:folHlink>
        <a:srgbClr val="FFBE0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92E650B69203545B2705884D84BF53D" ma:contentTypeVersion="15" ma:contentTypeDescription="Creare un nuovo documento." ma:contentTypeScope="" ma:versionID="64d28ae8df4fd65fb4b4473446e217c8">
  <xsd:schema xmlns:xsd="http://www.w3.org/2001/XMLSchema" xmlns:xs="http://www.w3.org/2001/XMLSchema" xmlns:p="http://schemas.microsoft.com/office/2006/metadata/properties" xmlns:ns2="649784ff-783e-4bf7-af4e-c489c558176d" xmlns:ns3="e59c3a80-8105-47bf-b50d-587ad6e97158" targetNamespace="http://schemas.microsoft.com/office/2006/metadata/properties" ma:root="true" ma:fieldsID="f06c693ba77f3b9c21bde5d9b2c988fa" ns2:_="" ns3:_="">
    <xsd:import namespace="649784ff-783e-4bf7-af4e-c489c558176d"/>
    <xsd:import namespace="e59c3a80-8105-47bf-b50d-587ad6e971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784ff-783e-4bf7-af4e-c489c55817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b722dba8-3084-4906-8dc6-75cf808513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9c3a80-8105-47bf-b50d-587ad6e9715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f465551-b768-49ec-a5c3-fefc3c76fabb}" ma:internalName="TaxCatchAll" ma:showField="CatchAllData" ma:web="e59c3a80-8105-47bf-b50d-587ad6e971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59c3a80-8105-47bf-b50d-587ad6e97158" xsi:nil="true"/>
    <lcf76f155ced4ddcb4097134ff3c332f xmlns="649784ff-783e-4bf7-af4e-c489c558176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5F415BA-EABF-4230-8E2B-B10FC5FE022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B915A3-6706-4794-9311-0D681A2354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9784ff-783e-4bf7-af4e-c489c558176d"/>
    <ds:schemaRef ds:uri="e59c3a80-8105-47bf-b50d-587ad6e971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4B4672B-8A3C-49BB-882B-42D0BBD8F050}">
  <ds:schemaRefs>
    <ds:schemaRef ds:uri="http://schemas.microsoft.com/office/2006/metadata/properties"/>
    <ds:schemaRef ds:uri="http://schemas.microsoft.com/office/infopath/2007/PartnerControls"/>
    <ds:schemaRef ds:uri="2b9d502c-3c3a-41b1-a300-bdc8b09d7baa"/>
    <ds:schemaRef ds:uri="6ddba36a-3b54-4340-8d0b-f3f7dc831a1b"/>
    <ds:schemaRef ds:uri="e59c3a80-8105-47bf-b50d-587ad6e97158"/>
    <ds:schemaRef ds:uri="649784ff-783e-4bf7-af4e-c489c558176d"/>
  </ds:schemaRefs>
</ds:datastoreItem>
</file>

<file path=docMetadata/LabelInfo.xml><?xml version="1.0" encoding="utf-8"?>
<clbl:labelList xmlns:clbl="http://schemas.microsoft.com/office/2020/mipLabelMetadata">
  <clbl:label id="{b7d6ef24-f30d-43cd-a3ef-030e147f208d}" enabled="1" method="Standard" siteId="{d9eeadad-8248-49b0-95aa-189669fd3144}" removed="0"/>
  <clbl:label id="{f2d7d6c5-1bee-41ff-9e79-b372a5cce71d}" enabled="0" method="" siteId="{f2d7d6c5-1bee-41ff-9e79-b372a5cce71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TEMA BASIC</Template>
  <TotalTime>2250</TotalTime>
  <Words>646</Words>
  <Application>Microsoft Office PowerPoint</Application>
  <PresentationFormat>Widescreen</PresentationFormat>
  <Paragraphs>114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Tema di Office</vt:lpstr>
      <vt:lpstr>This is your presentation title</vt:lpstr>
      <vt:lpstr>PowerPoint Presentation</vt:lpstr>
      <vt:lpstr>This is a section headline</vt:lpstr>
      <vt:lpstr>PowerPoint Presentation</vt:lpstr>
      <vt:lpstr>89,526,124 This is a big number with some explanation below.</vt:lpstr>
      <vt:lpstr>This is a slide Title</vt:lpstr>
      <vt:lpstr>You can also split your content</vt:lpstr>
      <vt:lpstr>In two or three colums</vt:lpstr>
      <vt:lpstr>A picture is worth a thousand words</vt:lpstr>
      <vt:lpstr>PowerPoint Presentation</vt:lpstr>
      <vt:lpstr>Use diagrams to explain your ideas</vt:lpstr>
      <vt:lpstr>And tables to compare data</vt:lpstr>
      <vt:lpstr>Let’s review some concepts</vt:lpstr>
      <vt:lpstr>PowerPoint Presentation</vt:lpstr>
      <vt:lpstr>Team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Lorenzo Cannella</dc:creator>
  <cp:lastModifiedBy>Microsoft Office User</cp:lastModifiedBy>
  <cp:revision>19</cp:revision>
  <dcterms:created xsi:type="dcterms:W3CDTF">2023-08-02T12:35:42Z</dcterms:created>
  <dcterms:modified xsi:type="dcterms:W3CDTF">2025-05-01T14:18:22Z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0x010100592E650B69203545B2705884D84BF53D</vt:lpwstr>
  </property>
  <property fmtid="{D5CDD505-2E9C-101B-9397-08002B2CF9AE}" pid="3" name="MediaServiceImageTags">
    <vt:lpwstr/>
  </property>
</Properties>
</file>